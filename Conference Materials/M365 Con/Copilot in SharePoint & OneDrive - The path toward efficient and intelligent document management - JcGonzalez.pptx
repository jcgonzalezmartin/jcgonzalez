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2" r:id="rId5"/>
  </p:sldMasterIdLst>
  <p:notesMasterIdLst>
    <p:notesMasterId r:id="rId40"/>
  </p:notesMasterIdLst>
  <p:sldIdLst>
    <p:sldId id="257" r:id="rId6"/>
    <p:sldId id="261" r:id="rId7"/>
    <p:sldId id="266" r:id="rId8"/>
    <p:sldId id="351" r:id="rId9"/>
    <p:sldId id="425" r:id="rId10"/>
    <p:sldId id="319" r:id="rId11"/>
    <p:sldId id="428" r:id="rId12"/>
    <p:sldId id="447" r:id="rId13"/>
    <p:sldId id="429" r:id="rId14"/>
    <p:sldId id="430" r:id="rId15"/>
    <p:sldId id="427" r:id="rId16"/>
    <p:sldId id="389" r:id="rId17"/>
    <p:sldId id="438" r:id="rId18"/>
    <p:sldId id="439" r:id="rId19"/>
    <p:sldId id="435" r:id="rId20"/>
    <p:sldId id="433" r:id="rId21"/>
    <p:sldId id="436" r:id="rId22"/>
    <p:sldId id="434" r:id="rId23"/>
    <p:sldId id="437" r:id="rId24"/>
    <p:sldId id="431" r:id="rId25"/>
    <p:sldId id="441" r:id="rId26"/>
    <p:sldId id="440" r:id="rId27"/>
    <p:sldId id="443" r:id="rId28"/>
    <p:sldId id="450" r:id="rId29"/>
    <p:sldId id="454" r:id="rId30"/>
    <p:sldId id="452" r:id="rId31"/>
    <p:sldId id="453" r:id="rId32"/>
    <p:sldId id="451" r:id="rId33"/>
    <p:sldId id="445" r:id="rId34"/>
    <p:sldId id="448" r:id="rId35"/>
    <p:sldId id="446" r:id="rId36"/>
    <p:sldId id="442" r:id="rId37"/>
    <p:sldId id="343" r:id="rId38"/>
    <p:sldId id="26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91" autoAdjust="0"/>
    <p:restoredTop sz="85147" autoAdjust="0"/>
  </p:normalViewPr>
  <p:slideViewPr>
    <p:cSldViewPr snapToGrid="0">
      <p:cViewPr varScale="1">
        <p:scale>
          <a:sx n="77" d="100"/>
          <a:sy n="77" d="100"/>
        </p:scale>
        <p:origin x="704"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199040-BA75-4011-9D00-C7DD275A4E19}"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en-US"/>
        </a:p>
      </dgm:t>
    </dgm:pt>
    <dgm:pt modelId="{5540B27A-939D-48B8-91C7-3EF59B2D0961}">
      <dgm:prSet phldrT="[Text]" custT="1"/>
      <dgm:spPr>
        <a:xfrm>
          <a:off x="754215" y="1658787"/>
          <a:ext cx="2907740" cy="1577520"/>
        </a:xfrm>
      </dgm:spPr>
      <dgm:t>
        <a:bodyPr/>
        <a:lstStyle/>
        <a:p>
          <a:pPr>
            <a:buNone/>
          </a:pPr>
          <a:r>
            <a:rPr lang="en" sz="1600" b="1" dirty="0">
              <a:latin typeface="Segoe UI" panose="020B0502040204020203" pitchFamily="34" charset="0"/>
              <a:ea typeface="+mn-ea"/>
              <a:cs typeface="Segoe UI" panose="020B0502040204020203" pitchFamily="34" charset="0"/>
            </a:rPr>
            <a:t>Catch up</a:t>
          </a:r>
          <a:endParaRPr lang="en-US" sz="1600" b="1" dirty="0">
            <a:latin typeface="Segoe UI" panose="020B0502040204020203" pitchFamily="34" charset="0"/>
            <a:ea typeface="+mn-ea"/>
            <a:cs typeface="Segoe UI" panose="020B0502040204020203" pitchFamily="34" charset="0"/>
          </a:endParaRPr>
        </a:p>
      </dgm:t>
    </dgm:pt>
    <dgm:pt modelId="{5608F5CE-B411-4EE7-BA38-BFF9C7404E47}" type="parTrans" cxnId="{CDE9ED23-57C1-4343-BCA0-CD26E76F5679}">
      <dgm:prSet/>
      <dgm:spPr/>
      <dgm:t>
        <a:bodyPr/>
        <a:lstStyle/>
        <a:p>
          <a:endParaRPr lang="en-US"/>
        </a:p>
      </dgm:t>
    </dgm:pt>
    <dgm:pt modelId="{CF7B0F2D-326C-4AF2-B79A-E21F038DE4EE}" type="sibTrans" cxnId="{CDE9ED23-57C1-4343-BCA0-CD26E76F5679}">
      <dgm:prSet/>
      <dgm:spPr/>
      <dgm:t>
        <a:bodyPr/>
        <a:lstStyle/>
        <a:p>
          <a:endParaRPr lang="en-US"/>
        </a:p>
      </dgm:t>
    </dgm:pt>
    <dgm:pt modelId="{D4F3B9A3-E733-4E37-84B6-F3EE73DB75AD}">
      <dgm:prSet phldrT="[Text]" custT="1"/>
      <dgm:spPr>
        <a:xfrm>
          <a:off x="754215" y="3315183"/>
          <a:ext cx="2902882" cy="1577520"/>
        </a:xfrm>
      </dgm:spPr>
      <dgm:t>
        <a:bodyPr/>
        <a:lstStyle/>
        <a:p>
          <a:pPr>
            <a:buNone/>
          </a:pPr>
          <a:r>
            <a:rPr lang="en" sz="1600" b="1" dirty="0">
              <a:latin typeface="Segoe UI" panose="020B0502040204020203" pitchFamily="34" charset="0"/>
              <a:ea typeface="+mn-ea"/>
              <a:cs typeface="Segoe UI" panose="020B0502040204020203" pitchFamily="34" charset="0"/>
            </a:rPr>
            <a:t>Create new content</a:t>
          </a:r>
          <a:endParaRPr lang="en-US" sz="1600" b="1" dirty="0">
            <a:latin typeface="Segoe UI" panose="020B0502040204020203" pitchFamily="34" charset="0"/>
            <a:ea typeface="+mn-ea"/>
            <a:cs typeface="Segoe UI" panose="020B0502040204020203" pitchFamily="34" charset="0"/>
          </a:endParaRPr>
        </a:p>
      </dgm:t>
    </dgm:pt>
    <dgm:pt modelId="{B73FC48F-1AAA-4AF5-A28A-163932D9DA69}" type="parTrans" cxnId="{7EC848CB-1565-46F5-8A7B-A450854F36FA}">
      <dgm:prSet/>
      <dgm:spPr/>
      <dgm:t>
        <a:bodyPr/>
        <a:lstStyle/>
        <a:p>
          <a:endParaRPr lang="en-US"/>
        </a:p>
      </dgm:t>
    </dgm:pt>
    <dgm:pt modelId="{6C74BC4F-7882-400C-A15D-F41CE5D3EBEB}" type="sibTrans" cxnId="{7EC848CB-1565-46F5-8A7B-A450854F36FA}">
      <dgm:prSet/>
      <dgm:spPr/>
      <dgm:t>
        <a:bodyPr/>
        <a:lstStyle/>
        <a:p>
          <a:endParaRPr lang="en-US"/>
        </a:p>
      </dgm:t>
    </dgm:pt>
    <dgm:pt modelId="{AE29E7D3-8ABB-41FD-8785-F9A870A50BFD}">
      <dgm:prSet phldrT="[Text]" custT="1"/>
      <dgm:spPr>
        <a:xfrm rot="5400000">
          <a:off x="6951575" y="178458"/>
          <a:ext cx="1262016" cy="7850972"/>
        </a:xfrm>
      </dgm:spPr>
      <dgm:t>
        <a:bodyPr/>
        <a:lstStyle/>
        <a:p>
          <a:pPr>
            <a:buChar char="•"/>
          </a:pPr>
          <a:r>
            <a:rPr lang="en" sz="1400" dirty="0">
              <a:latin typeface="Segoe UI" panose="020B0502040204020203" pitchFamily="34" charset="0"/>
              <a:ea typeface="+mn-ea"/>
              <a:cs typeface="Segoe UI" panose="020B0502040204020203" pitchFamily="34" charset="0"/>
            </a:rPr>
            <a:t>Such as: FAQ, Executive Summaries, User Guides, Audio overviews and more</a:t>
          </a:r>
          <a:endParaRPr lang="en-US" sz="1400" dirty="0">
            <a:latin typeface="Segoe UI" panose="020B0502040204020203" pitchFamily="34" charset="0"/>
            <a:ea typeface="+mn-ea"/>
            <a:cs typeface="Segoe UI" panose="020B0502040204020203" pitchFamily="34" charset="0"/>
          </a:endParaRPr>
        </a:p>
      </dgm:t>
    </dgm:pt>
    <dgm:pt modelId="{E4D0D919-28C8-42B1-B89B-4D6CFCCDE4A5}" type="parTrans" cxnId="{EEF556B2-D80A-474E-8449-D2A75A310190}">
      <dgm:prSet/>
      <dgm:spPr/>
      <dgm:t>
        <a:bodyPr/>
        <a:lstStyle/>
        <a:p>
          <a:endParaRPr lang="en-US"/>
        </a:p>
      </dgm:t>
    </dgm:pt>
    <dgm:pt modelId="{004F659E-CBBB-40B1-A26F-BE580978CACC}" type="sibTrans" cxnId="{EEF556B2-D80A-474E-8449-D2A75A310190}">
      <dgm:prSet/>
      <dgm:spPr/>
      <dgm:t>
        <a:bodyPr/>
        <a:lstStyle/>
        <a:p>
          <a:endParaRPr lang="en-US"/>
        </a:p>
      </dgm:t>
    </dgm:pt>
    <dgm:pt modelId="{7902843B-AC7E-4A23-ADAA-8D0004AE328A}">
      <dgm:prSet phldrT="[Text]" custT="1"/>
      <dgm:spPr>
        <a:xfrm rot="5400000">
          <a:off x="6956433" y="-1477938"/>
          <a:ext cx="1262016" cy="7850972"/>
        </a:xfrm>
      </dgm:spPr>
      <dgm:t>
        <a:bodyPr/>
        <a:lstStyle/>
        <a:p>
          <a:pPr>
            <a:buChar char="•"/>
          </a:pPr>
          <a:r>
            <a:rPr lang="en" sz="1400" dirty="0">
              <a:latin typeface="Segoe UI" panose="020B0502040204020203" pitchFamily="34" charset="0"/>
              <a:ea typeface="+mn-ea"/>
              <a:cs typeface="Segoe UI" panose="020B0502040204020203" pitchFamily="34" charset="0"/>
            </a:rPr>
            <a:t>On multiple files by quickly summarizing them</a:t>
          </a:r>
          <a:endParaRPr lang="en-US" sz="1400" dirty="0">
            <a:latin typeface="Segoe UI" panose="020B0502040204020203" pitchFamily="34" charset="0"/>
            <a:ea typeface="+mn-ea"/>
            <a:cs typeface="Segoe UI" panose="020B0502040204020203" pitchFamily="34" charset="0"/>
          </a:endParaRPr>
        </a:p>
      </dgm:t>
    </dgm:pt>
    <dgm:pt modelId="{2A63C2C6-66C6-4550-BECA-63DA6D02C9DD}" type="parTrans" cxnId="{E8B46561-4CED-4EF1-B198-62EBAEF6D2EA}">
      <dgm:prSet/>
      <dgm:spPr/>
      <dgm:t>
        <a:bodyPr/>
        <a:lstStyle/>
        <a:p>
          <a:endParaRPr lang="en-US"/>
        </a:p>
      </dgm:t>
    </dgm:pt>
    <dgm:pt modelId="{F8525F51-AFEA-4E6E-AA60-2CAC0E4CD695}" type="sibTrans" cxnId="{E8B46561-4CED-4EF1-B198-62EBAEF6D2EA}">
      <dgm:prSet/>
      <dgm:spPr/>
      <dgm:t>
        <a:bodyPr/>
        <a:lstStyle/>
        <a:p>
          <a:endParaRPr lang="en-US"/>
        </a:p>
      </dgm:t>
    </dgm:pt>
    <dgm:pt modelId="{887F87A8-5B44-465C-8EB8-4B7CF4688FD0}">
      <dgm:prSet phldrT="[Text]" custT="1"/>
      <dgm:spPr>
        <a:xfrm>
          <a:off x="754215" y="2390"/>
          <a:ext cx="2907740" cy="1577520"/>
        </a:xfrm>
      </dgm:spPr>
      <dgm:t>
        <a:bodyPr/>
        <a:lstStyle/>
        <a:p>
          <a:pPr>
            <a:buNone/>
          </a:pPr>
          <a:r>
            <a:rPr lang="en" sz="1600" b="1" dirty="0">
              <a:latin typeface="Segoe UI" panose="020B0502040204020203" pitchFamily="34" charset="0"/>
              <a:ea typeface="+mn-ea"/>
              <a:cs typeface="Segoe UI" panose="020B0502040204020203" pitchFamily="34" charset="0"/>
            </a:rPr>
            <a:t>Ask Questions + Analyze Content</a:t>
          </a:r>
          <a:endParaRPr lang="en-US" sz="1600" b="1" dirty="0">
            <a:latin typeface="Segoe UI" panose="020B0502040204020203" pitchFamily="34" charset="0"/>
            <a:ea typeface="+mn-ea"/>
            <a:cs typeface="Segoe UI" panose="020B0502040204020203" pitchFamily="34" charset="0"/>
          </a:endParaRPr>
        </a:p>
      </dgm:t>
    </dgm:pt>
    <dgm:pt modelId="{F0722AFC-B1AD-4256-98C2-C4B9D6991C07}" type="parTrans" cxnId="{206D4BC2-99EC-4B4C-A24D-28DAF303937E}">
      <dgm:prSet/>
      <dgm:spPr/>
      <dgm:t>
        <a:bodyPr/>
        <a:lstStyle/>
        <a:p>
          <a:endParaRPr lang="en-US"/>
        </a:p>
      </dgm:t>
    </dgm:pt>
    <dgm:pt modelId="{068A23B2-814B-47F7-9DA3-AB814EB811A1}" type="sibTrans" cxnId="{206D4BC2-99EC-4B4C-A24D-28DAF303937E}">
      <dgm:prSet/>
      <dgm:spPr/>
      <dgm:t>
        <a:bodyPr/>
        <a:lstStyle/>
        <a:p>
          <a:endParaRPr lang="en-US"/>
        </a:p>
      </dgm:t>
    </dgm:pt>
    <dgm:pt modelId="{17F98B7E-7495-4080-98DE-2BBCD859E1A6}">
      <dgm:prSet phldrT="[Text]" custT="1"/>
      <dgm:spPr>
        <a:xfrm rot="5400000">
          <a:off x="6956433" y="-3134335"/>
          <a:ext cx="1262016" cy="7850972"/>
        </a:xfrm>
      </dgm:spPr>
      <dgm: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400" b="0" i="0" kern="1200" dirty="0">
              <a:effectLst/>
              <a:latin typeface="Segoe UI" panose="020B0502040204020203" pitchFamily="34" charset="0"/>
              <a:ea typeface="+mn-ea"/>
              <a:cs typeface="Segoe UI" panose="020B0502040204020203" pitchFamily="34" charset="0"/>
            </a:rPr>
            <a:t>On information in your files and Copilot will give you answers directly in chat</a:t>
          </a:r>
          <a:endParaRPr lang="en-US" sz="1400" kern="1200" dirty="0">
            <a:latin typeface="Segoe UI" panose="020B0502040204020203" pitchFamily="34" charset="0"/>
            <a:ea typeface="+mn-ea"/>
            <a:cs typeface="Segoe UI" panose="020B0502040204020203" pitchFamily="34" charset="0"/>
          </a:endParaRPr>
        </a:p>
      </dgm:t>
    </dgm:pt>
    <dgm:pt modelId="{2B505A4D-27D3-4F96-9F6D-37076951D6A1}" type="parTrans" cxnId="{D02A2295-144D-49B4-9B5A-5695248A54F0}">
      <dgm:prSet/>
      <dgm:spPr/>
      <dgm:t>
        <a:bodyPr/>
        <a:lstStyle/>
        <a:p>
          <a:endParaRPr lang="en-US"/>
        </a:p>
      </dgm:t>
    </dgm:pt>
    <dgm:pt modelId="{1B17B620-72DA-4DA4-A756-6BF885A2EDCF}" type="sibTrans" cxnId="{D02A2295-144D-49B4-9B5A-5695248A54F0}">
      <dgm:prSet/>
      <dgm:spPr/>
      <dgm:t>
        <a:bodyPr/>
        <a:lstStyle/>
        <a:p>
          <a:endParaRPr lang="en-US"/>
        </a:p>
      </dgm:t>
    </dgm:pt>
    <dgm:pt modelId="{0E29CB82-C45D-4303-87B5-7EC36FBFB834}">
      <dgm:prSet phldrT="[Text]" custT="1"/>
      <dgm:spPr>
        <a:xfrm rot="5400000">
          <a:off x="6956433" y="-3134335"/>
          <a:ext cx="1262016" cy="7850972"/>
        </a:xfrm>
      </dgm:spPr>
      <dgm: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400" b="0" i="0" kern="1200" dirty="0">
              <a:effectLst/>
              <a:latin typeface="Segoe UI" panose="020B0502040204020203" pitchFamily="34" charset="0"/>
              <a:ea typeface="+mn-ea"/>
              <a:cs typeface="Segoe UI" panose="020B0502040204020203" pitchFamily="34" charset="0"/>
            </a:rPr>
            <a:t>You don't need to search and open files to get what you're looking for, simply ask Copilot and get answers</a:t>
          </a:r>
          <a:endParaRPr lang="en-US" sz="1400" kern="1200" dirty="0">
            <a:latin typeface="Segoe UI" panose="020B0502040204020203" pitchFamily="34" charset="0"/>
            <a:ea typeface="+mn-ea"/>
            <a:cs typeface="Segoe UI" panose="020B0502040204020203" pitchFamily="34" charset="0"/>
          </a:endParaRPr>
        </a:p>
      </dgm:t>
    </dgm:pt>
    <dgm:pt modelId="{F2C65845-B5C4-486F-9A90-78C37EA27D64}" type="parTrans" cxnId="{181F73B7-1F59-4B23-A746-3C4A36B8E881}">
      <dgm:prSet/>
      <dgm:spPr/>
      <dgm:t>
        <a:bodyPr/>
        <a:lstStyle/>
        <a:p>
          <a:endParaRPr lang="en-US"/>
        </a:p>
      </dgm:t>
    </dgm:pt>
    <dgm:pt modelId="{2BA031B4-A1A3-40D7-882A-0F291E44A071}" type="sibTrans" cxnId="{181F73B7-1F59-4B23-A746-3C4A36B8E881}">
      <dgm:prSet/>
      <dgm:spPr/>
      <dgm:t>
        <a:bodyPr/>
        <a:lstStyle/>
        <a:p>
          <a:endParaRPr lang="en-US"/>
        </a:p>
      </dgm:t>
    </dgm:pt>
    <dgm:pt modelId="{43C05CA6-ED12-41E1-A74D-C7D99B526442}">
      <dgm:prSet phldrT="[Text]" custT="1"/>
      <dgm:spPr>
        <a:xfrm rot="5400000">
          <a:off x="6956433" y="-1477938"/>
          <a:ext cx="1262016" cy="7850972"/>
        </a:xfrm>
      </dgm:spPr>
      <dgm:t>
        <a:bodyPr/>
        <a:lstStyle/>
        <a:p>
          <a:pPr>
            <a:buChar char="•"/>
          </a:pPr>
          <a:r>
            <a:rPr lang="en-US" sz="1400" noProof="0" dirty="0">
              <a:latin typeface="Segoe UI" panose="020B0502040204020203" pitchFamily="34" charset="0"/>
              <a:ea typeface="+mn-ea"/>
              <a:cs typeface="Segoe UI" panose="020B0502040204020203" pitchFamily="34" charset="0"/>
            </a:rPr>
            <a:t>By getting main points and insights on files without having to read them</a:t>
          </a:r>
        </a:p>
      </dgm:t>
    </dgm:pt>
    <dgm:pt modelId="{531B963D-1204-464D-803D-5BC721B63325}" type="parTrans" cxnId="{DBDE9A3B-FEE5-4286-AF3B-FDCC8F54CEA2}">
      <dgm:prSet/>
      <dgm:spPr/>
      <dgm:t>
        <a:bodyPr/>
        <a:lstStyle/>
        <a:p>
          <a:endParaRPr lang="en-US"/>
        </a:p>
      </dgm:t>
    </dgm:pt>
    <dgm:pt modelId="{B3855967-BBCB-4C10-B96B-14A70CA3CB76}" type="sibTrans" cxnId="{DBDE9A3B-FEE5-4286-AF3B-FDCC8F54CEA2}">
      <dgm:prSet/>
      <dgm:spPr/>
      <dgm:t>
        <a:bodyPr/>
        <a:lstStyle/>
        <a:p>
          <a:endParaRPr lang="en-US"/>
        </a:p>
      </dgm:t>
    </dgm:pt>
    <dgm:pt modelId="{967E103C-A4C6-41AF-93B6-8DA0088921BE}">
      <dgm:prSet phldrT="[Text]" custT="1"/>
      <dgm:spPr>
        <a:xfrm rot="5400000">
          <a:off x="6951575" y="178458"/>
          <a:ext cx="1262016" cy="7850972"/>
        </a:xfrm>
      </dgm:spPr>
      <dgm:t>
        <a:bodyPr/>
        <a:lstStyle/>
        <a:p>
          <a:pPr>
            <a:buChar char="•"/>
          </a:pPr>
          <a:r>
            <a:rPr lang="es-ES" sz="1600" b="1" dirty="0">
              <a:latin typeface="Segoe UI" panose="020B0502040204020203" pitchFamily="34" charset="0"/>
              <a:ea typeface="+mn-ea"/>
              <a:cs typeface="Segoe UI" panose="020B0502040204020203" pitchFamily="34" charset="0"/>
            </a:rPr>
            <a:t>Compare Files</a:t>
          </a:r>
          <a:endParaRPr lang="en-US" sz="1600" b="1" dirty="0">
            <a:latin typeface="Segoe UI" panose="020B0502040204020203" pitchFamily="34" charset="0"/>
            <a:ea typeface="+mn-ea"/>
            <a:cs typeface="Segoe UI" panose="020B0502040204020203" pitchFamily="34" charset="0"/>
          </a:endParaRPr>
        </a:p>
      </dgm:t>
    </dgm:pt>
    <dgm:pt modelId="{E9F2993E-B2F1-4BD4-A480-2CEF8EBA5492}" type="parTrans" cxnId="{60CDD239-2F3B-439B-BB38-A84A1AD994BF}">
      <dgm:prSet/>
      <dgm:spPr/>
      <dgm:t>
        <a:bodyPr/>
        <a:lstStyle/>
        <a:p>
          <a:endParaRPr lang="en-US"/>
        </a:p>
      </dgm:t>
    </dgm:pt>
    <dgm:pt modelId="{6BE526F1-C986-4A81-BA29-8543C7B4261E}" type="sibTrans" cxnId="{60CDD239-2F3B-439B-BB38-A84A1AD994BF}">
      <dgm:prSet/>
      <dgm:spPr/>
      <dgm:t>
        <a:bodyPr/>
        <a:lstStyle/>
        <a:p>
          <a:endParaRPr lang="en-US"/>
        </a:p>
      </dgm:t>
    </dgm:pt>
    <dgm:pt modelId="{08412933-59A4-4A63-AC3D-18B0BB1A94C8}">
      <dgm:prSet phldrT="[Text]" custT="1"/>
      <dgm:spPr>
        <a:xfrm rot="5400000">
          <a:off x="6951575" y="178458"/>
          <a:ext cx="1262016" cy="7850972"/>
        </a:xfrm>
      </dgm:spPr>
      <dgm:t>
        <a:bodyPr/>
        <a:lstStyle/>
        <a:p>
          <a:pPr>
            <a:buChar char="•"/>
          </a:pPr>
          <a:r>
            <a:rPr lang="en-US" sz="1400" noProof="0" dirty="0">
              <a:latin typeface="Segoe UI" panose="020B0502040204020203" pitchFamily="34" charset="0"/>
              <a:ea typeface="+mn-ea"/>
              <a:cs typeface="Segoe UI" panose="020B0502040204020203" pitchFamily="34" charset="0"/>
            </a:rPr>
            <a:t>By creating a table or a text summary that compares two or more files without having to open and close those files</a:t>
          </a:r>
        </a:p>
      </dgm:t>
    </dgm:pt>
    <dgm:pt modelId="{D866A7DF-3CC0-464B-A78E-98C24607310D}" type="parTrans" cxnId="{62E7FDC1-4DE1-4141-9414-73727F7EF971}">
      <dgm:prSet/>
      <dgm:spPr/>
      <dgm:t>
        <a:bodyPr/>
        <a:lstStyle/>
        <a:p>
          <a:endParaRPr lang="en-US"/>
        </a:p>
      </dgm:t>
    </dgm:pt>
    <dgm:pt modelId="{B2160793-8003-4EC7-AAD7-03EF45E4D97F}" type="sibTrans" cxnId="{62E7FDC1-4DE1-4141-9414-73727F7EF971}">
      <dgm:prSet/>
      <dgm:spPr/>
      <dgm:t>
        <a:bodyPr/>
        <a:lstStyle/>
        <a:p>
          <a:endParaRPr lang="en-US"/>
        </a:p>
      </dgm:t>
    </dgm:pt>
    <dgm:pt modelId="{4530FA5F-86BE-4171-8B9A-8B9FEC776A3E}" type="pres">
      <dgm:prSet presAssocID="{AF199040-BA75-4011-9D00-C7DD275A4E19}" presName="Name0" presStyleCnt="0">
        <dgm:presLayoutVars>
          <dgm:dir/>
          <dgm:animLvl val="lvl"/>
          <dgm:resizeHandles val="exact"/>
        </dgm:presLayoutVars>
      </dgm:prSet>
      <dgm:spPr/>
    </dgm:pt>
    <dgm:pt modelId="{F33D1830-29FA-4ABD-BA68-002DC26A3195}" type="pres">
      <dgm:prSet presAssocID="{887F87A8-5B44-465C-8EB8-4B7CF4688FD0}" presName="linNode" presStyleCnt="0"/>
      <dgm:spPr/>
    </dgm:pt>
    <dgm:pt modelId="{B37A46E8-73CB-4C03-9C79-44562F49918B}" type="pres">
      <dgm:prSet presAssocID="{887F87A8-5B44-465C-8EB8-4B7CF4688FD0}" presName="parentText" presStyleLbl="node1" presStyleIdx="0" presStyleCnt="4" custScaleX="65843">
        <dgm:presLayoutVars>
          <dgm:chMax val="1"/>
          <dgm:bulletEnabled val="1"/>
        </dgm:presLayoutVars>
      </dgm:prSet>
      <dgm:spPr>
        <a:prstGeom prst="roundRect">
          <a:avLst/>
        </a:prstGeom>
      </dgm:spPr>
    </dgm:pt>
    <dgm:pt modelId="{F8475101-86DC-4A72-992F-60A626B05900}" type="pres">
      <dgm:prSet presAssocID="{887F87A8-5B44-465C-8EB8-4B7CF4688FD0}" presName="descendantText" presStyleLbl="alignAccFollowNode1" presStyleIdx="0" presStyleCnt="4">
        <dgm:presLayoutVars>
          <dgm:bulletEnabled val="1"/>
        </dgm:presLayoutVars>
      </dgm:prSet>
      <dgm:spPr>
        <a:prstGeom prst="round2SameRect">
          <a:avLst/>
        </a:prstGeom>
      </dgm:spPr>
    </dgm:pt>
    <dgm:pt modelId="{E1246694-56CE-48C4-B786-E80DE852AFD0}" type="pres">
      <dgm:prSet presAssocID="{068A23B2-814B-47F7-9DA3-AB814EB811A1}" presName="sp" presStyleCnt="0"/>
      <dgm:spPr/>
    </dgm:pt>
    <dgm:pt modelId="{08E1B2C9-C937-4290-879D-07BBBE3061D5}" type="pres">
      <dgm:prSet presAssocID="{5540B27A-939D-48B8-91C7-3EF59B2D0961}" presName="linNode" presStyleCnt="0"/>
      <dgm:spPr/>
    </dgm:pt>
    <dgm:pt modelId="{CE2B7249-3492-41D9-9F44-A443BDAD6D7A}" type="pres">
      <dgm:prSet presAssocID="{5540B27A-939D-48B8-91C7-3EF59B2D0961}" presName="parentText" presStyleLbl="node1" presStyleIdx="1" presStyleCnt="4" custScaleX="65843">
        <dgm:presLayoutVars>
          <dgm:chMax val="1"/>
          <dgm:bulletEnabled val="1"/>
        </dgm:presLayoutVars>
      </dgm:prSet>
      <dgm:spPr>
        <a:prstGeom prst="roundRect">
          <a:avLst/>
        </a:prstGeom>
      </dgm:spPr>
    </dgm:pt>
    <dgm:pt modelId="{8FA3136B-7401-4EAA-B17D-2ED39860EAD0}" type="pres">
      <dgm:prSet presAssocID="{5540B27A-939D-48B8-91C7-3EF59B2D0961}" presName="descendantText" presStyleLbl="alignAccFollowNode1" presStyleIdx="1" presStyleCnt="4">
        <dgm:presLayoutVars>
          <dgm:bulletEnabled val="1"/>
        </dgm:presLayoutVars>
      </dgm:prSet>
      <dgm:spPr>
        <a:prstGeom prst="round2SameRect">
          <a:avLst/>
        </a:prstGeom>
      </dgm:spPr>
    </dgm:pt>
    <dgm:pt modelId="{1B2EEC09-A690-40DF-A27F-B6733EB42615}" type="pres">
      <dgm:prSet presAssocID="{CF7B0F2D-326C-4AF2-B79A-E21F038DE4EE}" presName="sp" presStyleCnt="0"/>
      <dgm:spPr/>
    </dgm:pt>
    <dgm:pt modelId="{09E50B4A-243A-4A39-BA8A-8E4DC4C1985D}" type="pres">
      <dgm:prSet presAssocID="{D4F3B9A3-E733-4E37-84B6-F3EE73DB75AD}" presName="linNode" presStyleCnt="0"/>
      <dgm:spPr/>
    </dgm:pt>
    <dgm:pt modelId="{8AD38B7E-DD45-4353-BBD7-E64AA812EF2F}" type="pres">
      <dgm:prSet presAssocID="{D4F3B9A3-E733-4E37-84B6-F3EE73DB75AD}" presName="parentText" presStyleLbl="node1" presStyleIdx="2" presStyleCnt="4" custScaleX="65733">
        <dgm:presLayoutVars>
          <dgm:chMax val="1"/>
          <dgm:bulletEnabled val="1"/>
        </dgm:presLayoutVars>
      </dgm:prSet>
      <dgm:spPr>
        <a:prstGeom prst="roundRect">
          <a:avLst/>
        </a:prstGeom>
      </dgm:spPr>
    </dgm:pt>
    <dgm:pt modelId="{A5B893BA-8848-480C-92BF-68912D3BD0B0}" type="pres">
      <dgm:prSet presAssocID="{D4F3B9A3-E733-4E37-84B6-F3EE73DB75AD}" presName="descendantText" presStyleLbl="alignAccFollowNode1" presStyleIdx="2" presStyleCnt="4">
        <dgm:presLayoutVars>
          <dgm:bulletEnabled val="1"/>
        </dgm:presLayoutVars>
      </dgm:prSet>
      <dgm:spPr/>
    </dgm:pt>
    <dgm:pt modelId="{9279B092-B565-4F64-AE0F-0F199842F576}" type="pres">
      <dgm:prSet presAssocID="{6C74BC4F-7882-400C-A15D-F41CE5D3EBEB}" presName="sp" presStyleCnt="0"/>
      <dgm:spPr/>
    </dgm:pt>
    <dgm:pt modelId="{34F0A328-4187-4B43-A1F6-DB409D8CB15D}" type="pres">
      <dgm:prSet presAssocID="{967E103C-A4C6-41AF-93B6-8DA0088921BE}" presName="linNode" presStyleCnt="0"/>
      <dgm:spPr/>
    </dgm:pt>
    <dgm:pt modelId="{BBF4F7FB-012A-400E-AEA4-8AD64FC563B3}" type="pres">
      <dgm:prSet presAssocID="{967E103C-A4C6-41AF-93B6-8DA0088921BE}" presName="parentText" presStyleLbl="node1" presStyleIdx="3" presStyleCnt="4" custScaleX="65844">
        <dgm:presLayoutVars>
          <dgm:chMax val="1"/>
          <dgm:bulletEnabled val="1"/>
        </dgm:presLayoutVars>
      </dgm:prSet>
      <dgm:spPr/>
    </dgm:pt>
    <dgm:pt modelId="{8BE635B9-0FFC-4CC0-97B8-3924AEFCEE4C}" type="pres">
      <dgm:prSet presAssocID="{967E103C-A4C6-41AF-93B6-8DA0088921BE}" presName="descendantText" presStyleLbl="alignAccFollowNode1" presStyleIdx="3" presStyleCnt="4">
        <dgm:presLayoutVars>
          <dgm:bulletEnabled val="1"/>
        </dgm:presLayoutVars>
      </dgm:prSet>
      <dgm:spPr/>
    </dgm:pt>
  </dgm:ptLst>
  <dgm:cxnLst>
    <dgm:cxn modelId="{1C2C1C09-C688-449C-BA0E-7279A862B8BA}" type="presOf" srcId="{AE29E7D3-8ABB-41FD-8785-F9A870A50BFD}" destId="{A5B893BA-8848-480C-92BF-68912D3BD0B0}" srcOrd="0" destOrd="0" presId="urn:microsoft.com/office/officeart/2005/8/layout/vList5"/>
    <dgm:cxn modelId="{26534313-445D-4CC5-B6D7-D01F63F08D85}" type="presOf" srcId="{5540B27A-939D-48B8-91C7-3EF59B2D0961}" destId="{CE2B7249-3492-41D9-9F44-A443BDAD6D7A}" srcOrd="0" destOrd="0" presId="urn:microsoft.com/office/officeart/2005/8/layout/vList5"/>
    <dgm:cxn modelId="{CDE9ED23-57C1-4343-BCA0-CD26E76F5679}" srcId="{AF199040-BA75-4011-9D00-C7DD275A4E19}" destId="{5540B27A-939D-48B8-91C7-3EF59B2D0961}" srcOrd="1" destOrd="0" parTransId="{5608F5CE-B411-4EE7-BA38-BFF9C7404E47}" sibTransId="{CF7B0F2D-326C-4AF2-B79A-E21F038DE4EE}"/>
    <dgm:cxn modelId="{588D352F-208B-4194-A98F-8090E7FD37CA}" type="presOf" srcId="{08412933-59A4-4A63-AC3D-18B0BB1A94C8}" destId="{8BE635B9-0FFC-4CC0-97B8-3924AEFCEE4C}" srcOrd="0" destOrd="0" presId="urn:microsoft.com/office/officeart/2005/8/layout/vList5"/>
    <dgm:cxn modelId="{4B668F36-8120-4A88-B08C-3E2205F83FA2}" type="presOf" srcId="{887F87A8-5B44-465C-8EB8-4B7CF4688FD0}" destId="{B37A46E8-73CB-4C03-9C79-44562F49918B}" srcOrd="0" destOrd="0" presId="urn:microsoft.com/office/officeart/2005/8/layout/vList5"/>
    <dgm:cxn modelId="{60CDD239-2F3B-439B-BB38-A84A1AD994BF}" srcId="{AF199040-BA75-4011-9D00-C7DD275A4E19}" destId="{967E103C-A4C6-41AF-93B6-8DA0088921BE}" srcOrd="3" destOrd="0" parTransId="{E9F2993E-B2F1-4BD4-A480-2CEF8EBA5492}" sibTransId="{6BE526F1-C986-4A81-BA29-8543C7B4261E}"/>
    <dgm:cxn modelId="{DBDE9A3B-FEE5-4286-AF3B-FDCC8F54CEA2}" srcId="{5540B27A-939D-48B8-91C7-3EF59B2D0961}" destId="{43C05CA6-ED12-41E1-A74D-C7D99B526442}" srcOrd="1" destOrd="0" parTransId="{531B963D-1204-464D-803D-5BC721B63325}" sibTransId="{B3855967-BBCB-4C10-B96B-14A70CA3CB76}"/>
    <dgm:cxn modelId="{7521065B-2246-4EE9-8A05-C4C443C3F2A3}" type="presOf" srcId="{967E103C-A4C6-41AF-93B6-8DA0088921BE}" destId="{BBF4F7FB-012A-400E-AEA4-8AD64FC563B3}" srcOrd="0" destOrd="0" presId="urn:microsoft.com/office/officeart/2005/8/layout/vList5"/>
    <dgm:cxn modelId="{E8B46561-4CED-4EF1-B198-62EBAEF6D2EA}" srcId="{5540B27A-939D-48B8-91C7-3EF59B2D0961}" destId="{7902843B-AC7E-4A23-ADAA-8D0004AE328A}" srcOrd="0" destOrd="0" parTransId="{2A63C2C6-66C6-4550-BECA-63DA6D02C9DD}" sibTransId="{F8525F51-AFEA-4E6E-AA60-2CAC0E4CD695}"/>
    <dgm:cxn modelId="{F4A38787-A268-4E0B-8977-5CEBC8C58515}" type="presOf" srcId="{D4F3B9A3-E733-4E37-84B6-F3EE73DB75AD}" destId="{8AD38B7E-DD45-4353-BBD7-E64AA812EF2F}" srcOrd="0" destOrd="0" presId="urn:microsoft.com/office/officeart/2005/8/layout/vList5"/>
    <dgm:cxn modelId="{D02A2295-144D-49B4-9B5A-5695248A54F0}" srcId="{887F87A8-5B44-465C-8EB8-4B7CF4688FD0}" destId="{17F98B7E-7495-4080-98DE-2BBCD859E1A6}" srcOrd="0" destOrd="0" parTransId="{2B505A4D-27D3-4F96-9F6D-37076951D6A1}" sibTransId="{1B17B620-72DA-4DA4-A756-6BF885A2EDCF}"/>
    <dgm:cxn modelId="{3A464895-3DC4-48E3-9043-8D52146351F9}" type="presOf" srcId="{7902843B-AC7E-4A23-ADAA-8D0004AE328A}" destId="{8FA3136B-7401-4EAA-B17D-2ED39860EAD0}" srcOrd="0" destOrd="0" presId="urn:microsoft.com/office/officeart/2005/8/layout/vList5"/>
    <dgm:cxn modelId="{CEFCD6A5-DB16-4610-848C-601337A74934}" type="presOf" srcId="{AF199040-BA75-4011-9D00-C7DD275A4E19}" destId="{4530FA5F-86BE-4171-8B9A-8B9FEC776A3E}" srcOrd="0" destOrd="0" presId="urn:microsoft.com/office/officeart/2005/8/layout/vList5"/>
    <dgm:cxn modelId="{EEF556B2-D80A-474E-8449-D2A75A310190}" srcId="{D4F3B9A3-E733-4E37-84B6-F3EE73DB75AD}" destId="{AE29E7D3-8ABB-41FD-8785-F9A870A50BFD}" srcOrd="0" destOrd="0" parTransId="{E4D0D919-28C8-42B1-B89B-4D6CFCCDE4A5}" sibTransId="{004F659E-CBBB-40B1-A26F-BE580978CACC}"/>
    <dgm:cxn modelId="{181F73B7-1F59-4B23-A746-3C4A36B8E881}" srcId="{887F87A8-5B44-465C-8EB8-4B7CF4688FD0}" destId="{0E29CB82-C45D-4303-87B5-7EC36FBFB834}" srcOrd="1" destOrd="0" parTransId="{F2C65845-B5C4-486F-9A90-78C37EA27D64}" sibTransId="{2BA031B4-A1A3-40D7-882A-0F291E44A071}"/>
    <dgm:cxn modelId="{82EA16BA-C62A-4216-B8C3-9FB42D8BBD53}" type="presOf" srcId="{43C05CA6-ED12-41E1-A74D-C7D99B526442}" destId="{8FA3136B-7401-4EAA-B17D-2ED39860EAD0}" srcOrd="0" destOrd="1" presId="urn:microsoft.com/office/officeart/2005/8/layout/vList5"/>
    <dgm:cxn modelId="{62E7FDC1-4DE1-4141-9414-73727F7EF971}" srcId="{967E103C-A4C6-41AF-93B6-8DA0088921BE}" destId="{08412933-59A4-4A63-AC3D-18B0BB1A94C8}" srcOrd="0" destOrd="0" parTransId="{D866A7DF-3CC0-464B-A78E-98C24607310D}" sibTransId="{B2160793-8003-4EC7-AAD7-03EF45E4D97F}"/>
    <dgm:cxn modelId="{206D4BC2-99EC-4B4C-A24D-28DAF303937E}" srcId="{AF199040-BA75-4011-9D00-C7DD275A4E19}" destId="{887F87A8-5B44-465C-8EB8-4B7CF4688FD0}" srcOrd="0" destOrd="0" parTransId="{F0722AFC-B1AD-4256-98C2-C4B9D6991C07}" sibTransId="{068A23B2-814B-47F7-9DA3-AB814EB811A1}"/>
    <dgm:cxn modelId="{6B7EFCC9-A8EE-47BC-9519-7E8C42496A50}" type="presOf" srcId="{0E29CB82-C45D-4303-87B5-7EC36FBFB834}" destId="{F8475101-86DC-4A72-992F-60A626B05900}" srcOrd="0" destOrd="1" presId="urn:microsoft.com/office/officeart/2005/8/layout/vList5"/>
    <dgm:cxn modelId="{7EC848CB-1565-46F5-8A7B-A450854F36FA}" srcId="{AF199040-BA75-4011-9D00-C7DD275A4E19}" destId="{D4F3B9A3-E733-4E37-84B6-F3EE73DB75AD}" srcOrd="2" destOrd="0" parTransId="{B73FC48F-1AAA-4AF5-A28A-163932D9DA69}" sibTransId="{6C74BC4F-7882-400C-A15D-F41CE5D3EBEB}"/>
    <dgm:cxn modelId="{8B83A5E7-0115-4D21-ADBD-CA0BC5CFDA88}" type="presOf" srcId="{17F98B7E-7495-4080-98DE-2BBCD859E1A6}" destId="{F8475101-86DC-4A72-992F-60A626B05900}" srcOrd="0" destOrd="0" presId="urn:microsoft.com/office/officeart/2005/8/layout/vList5"/>
    <dgm:cxn modelId="{24E623C1-92F0-491F-8B61-C823F8E9450C}" type="presParOf" srcId="{4530FA5F-86BE-4171-8B9A-8B9FEC776A3E}" destId="{F33D1830-29FA-4ABD-BA68-002DC26A3195}" srcOrd="0" destOrd="0" presId="urn:microsoft.com/office/officeart/2005/8/layout/vList5"/>
    <dgm:cxn modelId="{344333B8-02D3-465C-A986-D69CC6AF9684}" type="presParOf" srcId="{F33D1830-29FA-4ABD-BA68-002DC26A3195}" destId="{B37A46E8-73CB-4C03-9C79-44562F49918B}" srcOrd="0" destOrd="0" presId="urn:microsoft.com/office/officeart/2005/8/layout/vList5"/>
    <dgm:cxn modelId="{38E19E58-2FFC-4E33-BEAC-50B5A407F2C1}" type="presParOf" srcId="{F33D1830-29FA-4ABD-BA68-002DC26A3195}" destId="{F8475101-86DC-4A72-992F-60A626B05900}" srcOrd="1" destOrd="0" presId="urn:microsoft.com/office/officeart/2005/8/layout/vList5"/>
    <dgm:cxn modelId="{7179FB84-6AE5-4B73-81CC-1A5A1A414FCB}" type="presParOf" srcId="{4530FA5F-86BE-4171-8B9A-8B9FEC776A3E}" destId="{E1246694-56CE-48C4-B786-E80DE852AFD0}" srcOrd="1" destOrd="0" presId="urn:microsoft.com/office/officeart/2005/8/layout/vList5"/>
    <dgm:cxn modelId="{959D8046-6014-4F3D-8B7A-E9C681687879}" type="presParOf" srcId="{4530FA5F-86BE-4171-8B9A-8B9FEC776A3E}" destId="{08E1B2C9-C937-4290-879D-07BBBE3061D5}" srcOrd="2" destOrd="0" presId="urn:microsoft.com/office/officeart/2005/8/layout/vList5"/>
    <dgm:cxn modelId="{4CADBE9C-051D-4F38-815F-C0ECA8013BD9}" type="presParOf" srcId="{08E1B2C9-C937-4290-879D-07BBBE3061D5}" destId="{CE2B7249-3492-41D9-9F44-A443BDAD6D7A}" srcOrd="0" destOrd="0" presId="urn:microsoft.com/office/officeart/2005/8/layout/vList5"/>
    <dgm:cxn modelId="{9FF63E0F-1BB2-4515-9102-2A5C22E87C36}" type="presParOf" srcId="{08E1B2C9-C937-4290-879D-07BBBE3061D5}" destId="{8FA3136B-7401-4EAA-B17D-2ED39860EAD0}" srcOrd="1" destOrd="0" presId="urn:microsoft.com/office/officeart/2005/8/layout/vList5"/>
    <dgm:cxn modelId="{7B5A9071-B212-4279-B331-97FE1182CA45}" type="presParOf" srcId="{4530FA5F-86BE-4171-8B9A-8B9FEC776A3E}" destId="{1B2EEC09-A690-40DF-A27F-B6733EB42615}" srcOrd="3" destOrd="0" presId="urn:microsoft.com/office/officeart/2005/8/layout/vList5"/>
    <dgm:cxn modelId="{A0C0DC43-294C-40CD-81EA-33F8F77A3A7D}" type="presParOf" srcId="{4530FA5F-86BE-4171-8B9A-8B9FEC776A3E}" destId="{09E50B4A-243A-4A39-BA8A-8E4DC4C1985D}" srcOrd="4" destOrd="0" presId="urn:microsoft.com/office/officeart/2005/8/layout/vList5"/>
    <dgm:cxn modelId="{5ADB531B-7ABC-4DA7-8A80-0C8941C939E2}" type="presParOf" srcId="{09E50B4A-243A-4A39-BA8A-8E4DC4C1985D}" destId="{8AD38B7E-DD45-4353-BBD7-E64AA812EF2F}" srcOrd="0" destOrd="0" presId="urn:microsoft.com/office/officeart/2005/8/layout/vList5"/>
    <dgm:cxn modelId="{BD0CF9E9-A8A3-41E6-879F-CEC6BBF51F7B}" type="presParOf" srcId="{09E50B4A-243A-4A39-BA8A-8E4DC4C1985D}" destId="{A5B893BA-8848-480C-92BF-68912D3BD0B0}" srcOrd="1" destOrd="0" presId="urn:microsoft.com/office/officeart/2005/8/layout/vList5"/>
    <dgm:cxn modelId="{3BDABF08-C44F-4BD7-9BDE-EC552511642E}" type="presParOf" srcId="{4530FA5F-86BE-4171-8B9A-8B9FEC776A3E}" destId="{9279B092-B565-4F64-AE0F-0F199842F576}" srcOrd="5" destOrd="0" presId="urn:microsoft.com/office/officeart/2005/8/layout/vList5"/>
    <dgm:cxn modelId="{58F99605-FCF5-4F49-8F29-5890870A8E70}" type="presParOf" srcId="{4530FA5F-86BE-4171-8B9A-8B9FEC776A3E}" destId="{34F0A328-4187-4B43-A1F6-DB409D8CB15D}" srcOrd="6" destOrd="0" presId="urn:microsoft.com/office/officeart/2005/8/layout/vList5"/>
    <dgm:cxn modelId="{3E403032-884B-43E6-88A0-02EC656F6649}" type="presParOf" srcId="{34F0A328-4187-4B43-A1F6-DB409D8CB15D}" destId="{BBF4F7FB-012A-400E-AEA4-8AD64FC563B3}" srcOrd="0" destOrd="0" presId="urn:microsoft.com/office/officeart/2005/8/layout/vList5"/>
    <dgm:cxn modelId="{3BE5E6F3-96B1-4C33-9435-2EE833B8BC02}" type="presParOf" srcId="{34F0A328-4187-4B43-A1F6-DB409D8CB15D}" destId="{8BE635B9-0FFC-4CC0-97B8-3924AEFCEE4C}"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199040-BA75-4011-9D00-C7DD275A4E19}" type="doc">
      <dgm:prSet loTypeId="urn:microsoft.com/office/officeart/2005/8/layout/vList5" loCatId="list" qsTypeId="urn:microsoft.com/office/officeart/2005/8/quickstyle/simple1" qsCatId="simple" csTypeId="urn:microsoft.com/office/officeart/2005/8/colors/colorful2" csCatId="colorful" phldr="1"/>
      <dgm:spPr/>
      <dgm:t>
        <a:bodyPr/>
        <a:lstStyle/>
        <a:p>
          <a:endParaRPr lang="en-US"/>
        </a:p>
      </dgm:t>
    </dgm:pt>
    <dgm:pt modelId="{5540B27A-939D-48B8-91C7-3EF59B2D0961}">
      <dgm:prSet phldrT="[Text]" custT="1"/>
      <dgm:spPr>
        <a:xfrm>
          <a:off x="754215" y="1658787"/>
          <a:ext cx="2907740" cy="1577520"/>
        </a:xfrm>
        <a:solidFill>
          <a:srgbClr val="E97132">
            <a:hueOff val="3221807"/>
            <a:satOff val="-9246"/>
            <a:lumOff val="-14805"/>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n" sz="1600" b="1" dirty="0">
              <a:solidFill>
                <a:sysClr val="window" lastClr="FFFFFF"/>
              </a:solidFill>
              <a:latin typeface="Segoe UI" panose="020B0502040204020203" pitchFamily="34" charset="0"/>
              <a:ea typeface="+mn-ea"/>
              <a:cs typeface="Segoe UI" panose="020B0502040204020203" pitchFamily="34" charset="0"/>
            </a:rPr>
            <a:t>Supported File Types</a:t>
          </a:r>
          <a:endParaRPr lang="en-US" sz="1600" b="1" dirty="0">
            <a:solidFill>
              <a:sysClr val="window" lastClr="FFFFFF"/>
            </a:solidFill>
            <a:latin typeface="Segoe UI" panose="020B0502040204020203" pitchFamily="34" charset="0"/>
            <a:ea typeface="+mn-ea"/>
            <a:cs typeface="Segoe UI" panose="020B0502040204020203" pitchFamily="34" charset="0"/>
          </a:endParaRPr>
        </a:p>
      </dgm:t>
    </dgm:pt>
    <dgm:pt modelId="{5608F5CE-B411-4EE7-BA38-BFF9C7404E47}" type="parTrans" cxnId="{CDE9ED23-57C1-4343-BCA0-CD26E76F5679}">
      <dgm:prSet/>
      <dgm:spPr/>
      <dgm:t>
        <a:bodyPr/>
        <a:lstStyle/>
        <a:p>
          <a:endParaRPr lang="en-US"/>
        </a:p>
      </dgm:t>
    </dgm:pt>
    <dgm:pt modelId="{CF7B0F2D-326C-4AF2-B79A-E21F038DE4EE}" type="sibTrans" cxnId="{CDE9ED23-57C1-4343-BCA0-CD26E76F5679}">
      <dgm:prSet/>
      <dgm:spPr/>
      <dgm:t>
        <a:bodyPr/>
        <a:lstStyle/>
        <a:p>
          <a:endParaRPr lang="en-US"/>
        </a:p>
      </dgm:t>
    </dgm:pt>
    <dgm:pt modelId="{D4F3B9A3-E733-4E37-84B6-F3EE73DB75AD}">
      <dgm:prSet phldrT="[Text]" custT="1"/>
      <dgm:spPr>
        <a:xfrm>
          <a:off x="754215" y="3315183"/>
          <a:ext cx="2902882" cy="1577520"/>
        </a:xfrm>
        <a:solidFill>
          <a:srgbClr val="E97132">
            <a:hueOff val="6443614"/>
            <a:satOff val="-18493"/>
            <a:lumOff val="-29609"/>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n" sz="1600" b="1" dirty="0">
              <a:solidFill>
                <a:sysClr val="window" lastClr="FFFFFF"/>
              </a:solidFill>
              <a:latin typeface="Segoe UI" panose="020B0502040204020203" pitchFamily="34" charset="0"/>
              <a:ea typeface="+mn-ea"/>
              <a:cs typeface="Segoe UI" panose="020B0502040204020203" pitchFamily="34" charset="0"/>
            </a:rPr>
            <a:t>Copilot Agents for OneDrive limits</a:t>
          </a:r>
          <a:endParaRPr lang="en-US" sz="1600" b="1" dirty="0">
            <a:solidFill>
              <a:sysClr val="window" lastClr="FFFFFF"/>
            </a:solidFill>
            <a:latin typeface="Segoe UI" panose="020B0502040204020203" pitchFamily="34" charset="0"/>
            <a:ea typeface="+mn-ea"/>
            <a:cs typeface="Segoe UI" panose="020B0502040204020203" pitchFamily="34" charset="0"/>
          </a:endParaRPr>
        </a:p>
      </dgm:t>
    </dgm:pt>
    <dgm:pt modelId="{B73FC48F-1AAA-4AF5-A28A-163932D9DA69}" type="parTrans" cxnId="{7EC848CB-1565-46F5-8A7B-A450854F36FA}">
      <dgm:prSet/>
      <dgm:spPr/>
      <dgm:t>
        <a:bodyPr/>
        <a:lstStyle/>
        <a:p>
          <a:endParaRPr lang="en-US"/>
        </a:p>
      </dgm:t>
    </dgm:pt>
    <dgm:pt modelId="{6C74BC4F-7882-400C-A15D-F41CE5D3EBEB}" type="sibTrans" cxnId="{7EC848CB-1565-46F5-8A7B-A450854F36FA}">
      <dgm:prSet/>
      <dgm:spPr/>
      <dgm:t>
        <a:bodyPr/>
        <a:lstStyle/>
        <a:p>
          <a:endParaRPr lang="en-US"/>
        </a:p>
      </dgm:t>
    </dgm:pt>
    <dgm:pt modelId="{AE29E7D3-8ABB-41FD-8785-F9A870A50BFD}">
      <dgm:prSet phldrT="[Text]" custT="1"/>
      <dgm:spPr>
        <a:xfrm rot="5400000">
          <a:off x="6951575" y="178458"/>
          <a:ext cx="1262016" cy="7850972"/>
        </a:xfrm>
        <a:solidFill>
          <a:srgbClr val="E97132">
            <a:tint val="40000"/>
            <a:alpha val="90000"/>
            <a:hueOff val="6734718"/>
            <a:satOff val="-62232"/>
            <a:lumOff val="-7015"/>
            <a:alphaOff val="0"/>
          </a:srgbClr>
        </a:solidFill>
        <a:ln w="19050" cap="flat" cmpd="sng" algn="ctr">
          <a:solidFill>
            <a:srgbClr val="E97132">
              <a:tint val="40000"/>
              <a:alpha val="90000"/>
              <a:hueOff val="6734718"/>
              <a:satOff val="-62232"/>
              <a:lumOff val="-7015"/>
              <a:alphaOff val="0"/>
            </a:srgbClr>
          </a:solidFill>
          <a:prstDash val="solid"/>
          <a:miter lim="800000"/>
        </a:ln>
        <a:effectLst/>
      </dgm:spPr>
      <dgm:t>
        <a:bodyPr/>
        <a:lstStyle/>
        <a:p>
          <a:pPr>
            <a:buChar char="•"/>
          </a:pPr>
          <a:r>
            <a:rPr lang="en" sz="13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Similar limits we know for SharePoint Agents:</a:t>
          </a:r>
          <a:endParaRPr lang="en-US" sz="13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endParaRPr>
        </a:p>
      </dgm:t>
    </dgm:pt>
    <dgm:pt modelId="{E4D0D919-28C8-42B1-B89B-4D6CFCCDE4A5}" type="parTrans" cxnId="{EEF556B2-D80A-474E-8449-D2A75A310190}">
      <dgm:prSet/>
      <dgm:spPr/>
      <dgm:t>
        <a:bodyPr/>
        <a:lstStyle/>
        <a:p>
          <a:endParaRPr lang="en-US"/>
        </a:p>
      </dgm:t>
    </dgm:pt>
    <dgm:pt modelId="{004F659E-CBBB-40B1-A26F-BE580978CACC}" type="sibTrans" cxnId="{EEF556B2-D80A-474E-8449-D2A75A310190}">
      <dgm:prSet/>
      <dgm:spPr/>
      <dgm:t>
        <a:bodyPr/>
        <a:lstStyle/>
        <a:p>
          <a:endParaRPr lang="en-US"/>
        </a:p>
      </dgm:t>
    </dgm:pt>
    <dgm:pt modelId="{7902843B-AC7E-4A23-ADAA-8D0004AE328A}">
      <dgm:prSet phldrT="[Text]" custT="1"/>
      <dgm:spPr>
        <a:xfrm rot="5400000">
          <a:off x="6956433" y="-1477938"/>
          <a:ext cx="1262016" cy="7850972"/>
        </a:xfrm>
        <a:solidFill>
          <a:srgbClr val="E97132">
            <a:tint val="40000"/>
            <a:alpha val="90000"/>
            <a:hueOff val="3367359"/>
            <a:satOff val="-31116"/>
            <a:lumOff val="-3508"/>
            <a:alphaOff val="0"/>
          </a:srgbClr>
        </a:solidFill>
        <a:ln w="19050" cap="flat" cmpd="sng" algn="ctr">
          <a:solidFill>
            <a:srgbClr val="E97132">
              <a:tint val="40000"/>
              <a:alpha val="90000"/>
              <a:hueOff val="3367359"/>
              <a:satOff val="-31116"/>
              <a:lumOff val="-3508"/>
              <a:alphaOff val="0"/>
            </a:srgbClr>
          </a:solidFill>
          <a:prstDash val="solid"/>
          <a:miter lim="800000"/>
        </a:ln>
        <a:effectLst/>
      </dgm:spPr>
      <dgm:t>
        <a:bodyPr/>
        <a:lstStyle/>
        <a:p>
          <a:pPr>
            <a:buChar char="•"/>
          </a:pPr>
          <a:r>
            <a:rPr lang="en" sz="13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Office documents: DOC, DOCX, PPT, PPTX, XLSX</a:t>
          </a:r>
          <a:endParaRPr lang="en-US" sz="13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endParaRPr>
        </a:p>
      </dgm:t>
    </dgm:pt>
    <dgm:pt modelId="{2A63C2C6-66C6-4550-BECA-63DA6D02C9DD}" type="parTrans" cxnId="{E8B46561-4CED-4EF1-B198-62EBAEF6D2EA}">
      <dgm:prSet/>
      <dgm:spPr/>
      <dgm:t>
        <a:bodyPr/>
        <a:lstStyle/>
        <a:p>
          <a:endParaRPr lang="en-US"/>
        </a:p>
      </dgm:t>
    </dgm:pt>
    <dgm:pt modelId="{F8525F51-AFEA-4E6E-AA60-2CAC0E4CD695}" type="sibTrans" cxnId="{E8B46561-4CED-4EF1-B198-62EBAEF6D2EA}">
      <dgm:prSet/>
      <dgm:spPr/>
      <dgm:t>
        <a:bodyPr/>
        <a:lstStyle/>
        <a:p>
          <a:endParaRPr lang="en-US"/>
        </a:p>
      </dgm:t>
    </dgm:pt>
    <dgm:pt modelId="{887F87A8-5B44-465C-8EB8-4B7CF4688FD0}">
      <dgm:prSet phldrT="[Text]" custT="1"/>
      <dgm:spPr>
        <a:xfrm>
          <a:off x="754215" y="2390"/>
          <a:ext cx="2907740" cy="1577520"/>
        </a:xfrm>
        <a:solidFill>
          <a:srgbClr val="E97132">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n" sz="1600" b="1" dirty="0">
              <a:solidFill>
                <a:sysClr val="window" lastClr="FFFFFF"/>
              </a:solidFill>
              <a:latin typeface="Segoe UI" panose="020B0502040204020203" pitchFamily="34" charset="0"/>
              <a:ea typeface="+mn-ea"/>
              <a:cs typeface="Segoe UI" panose="020B0502040204020203" pitchFamily="34" charset="0"/>
            </a:rPr>
            <a:t>Copilot in OneDrive &amp; AI Actions for SharePoint Sites: # of Files it operates</a:t>
          </a:r>
          <a:endParaRPr lang="en-US" sz="1600" b="1" dirty="0">
            <a:solidFill>
              <a:sysClr val="window" lastClr="FFFFFF"/>
            </a:solidFill>
            <a:latin typeface="Segoe UI" panose="020B0502040204020203" pitchFamily="34" charset="0"/>
            <a:ea typeface="+mn-ea"/>
            <a:cs typeface="Segoe UI" panose="020B0502040204020203" pitchFamily="34" charset="0"/>
          </a:endParaRPr>
        </a:p>
      </dgm:t>
    </dgm:pt>
    <dgm:pt modelId="{F0722AFC-B1AD-4256-98C2-C4B9D6991C07}" type="parTrans" cxnId="{206D4BC2-99EC-4B4C-A24D-28DAF303937E}">
      <dgm:prSet/>
      <dgm:spPr/>
      <dgm:t>
        <a:bodyPr/>
        <a:lstStyle/>
        <a:p>
          <a:endParaRPr lang="en-US"/>
        </a:p>
      </dgm:t>
    </dgm:pt>
    <dgm:pt modelId="{068A23B2-814B-47F7-9DA3-AB814EB811A1}" type="sibTrans" cxnId="{206D4BC2-99EC-4B4C-A24D-28DAF303937E}">
      <dgm:prSet/>
      <dgm:spPr/>
      <dgm:t>
        <a:bodyPr/>
        <a:lstStyle/>
        <a:p>
          <a:endParaRPr lang="en-US"/>
        </a:p>
      </dgm:t>
    </dgm:pt>
    <dgm:pt modelId="{17F98B7E-7495-4080-98DE-2BBCD859E1A6}">
      <dgm:prSet phldrT="[Text]" custT="1"/>
      <dgm:spPr>
        <a:xfrm rot="5400000">
          <a:off x="6956433" y="-3134335"/>
          <a:ext cx="1262016" cy="7850972"/>
        </a:xfrm>
        <a:solidFill>
          <a:srgbClr val="E97132">
            <a:tint val="40000"/>
            <a:alpha val="90000"/>
            <a:hueOff val="0"/>
            <a:satOff val="0"/>
            <a:lumOff val="0"/>
            <a:alphaOff val="0"/>
          </a:srgbClr>
        </a:solidFill>
        <a:ln w="19050" cap="flat" cmpd="sng" algn="ctr">
          <a:solidFill>
            <a:srgbClr val="E97132">
              <a:tint val="40000"/>
              <a:alpha val="90000"/>
              <a:hueOff val="0"/>
              <a:satOff val="0"/>
              <a:lumOff val="0"/>
              <a:alphaOff val="0"/>
            </a:srgbClr>
          </a:solidFill>
          <a:prstDash val="solid"/>
          <a:miter lim="800000"/>
        </a:ln>
        <a:effectLst/>
      </dgm:spPr>
      <dgm:t>
        <a:bodyPr/>
        <a:lstStyle/>
        <a:p>
          <a:pPr marL="114300" lvl="1" indent="-114300" algn="l" defTabSz="622300">
            <a:lnSpc>
              <a:spcPct val="90000"/>
            </a:lnSpc>
            <a:spcBef>
              <a:spcPct val="0"/>
            </a:spcBef>
            <a:spcAft>
              <a:spcPct val="15000"/>
            </a:spcAft>
            <a:buFont typeface="Arial" panose="020B0604020202020204" pitchFamily="34" charset="0"/>
            <a:buChar char="•"/>
          </a:pPr>
          <a:r>
            <a:rPr lang="en"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Up to a maximum of 5 Files (</a:t>
          </a:r>
          <a:r>
            <a:rPr lang="en" sz="1300" b="1" u="sng"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Note</a:t>
          </a:r>
          <a:r>
            <a:rPr lang="en"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 User files or files that have been shared with the user)</a:t>
          </a:r>
          <a:endParaRPr lang="en-US"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endParaRPr>
        </a:p>
      </dgm:t>
    </dgm:pt>
    <dgm:pt modelId="{2B505A4D-27D3-4F96-9F6D-37076951D6A1}" type="parTrans" cxnId="{D02A2295-144D-49B4-9B5A-5695248A54F0}">
      <dgm:prSet/>
      <dgm:spPr/>
      <dgm:t>
        <a:bodyPr/>
        <a:lstStyle/>
        <a:p>
          <a:endParaRPr lang="en-US"/>
        </a:p>
      </dgm:t>
    </dgm:pt>
    <dgm:pt modelId="{1B17B620-72DA-4DA4-A756-6BF885A2EDCF}" type="sibTrans" cxnId="{D02A2295-144D-49B4-9B5A-5695248A54F0}">
      <dgm:prSet/>
      <dgm:spPr/>
      <dgm:t>
        <a:bodyPr/>
        <a:lstStyle/>
        <a:p>
          <a:endParaRPr lang="en-US"/>
        </a:p>
      </dgm:t>
    </dgm:pt>
    <dgm:pt modelId="{C11896F0-158D-4BBA-BB24-A4E16D4459A1}">
      <dgm:prSet phldrT="[Text]" custT="1"/>
      <dgm:spPr>
        <a:xfrm rot="5400000">
          <a:off x="6956433" y="-3134335"/>
          <a:ext cx="1262016" cy="7850972"/>
        </a:xfrm>
        <a:solidFill>
          <a:srgbClr val="E97132">
            <a:tint val="40000"/>
            <a:alpha val="90000"/>
            <a:hueOff val="0"/>
            <a:satOff val="0"/>
            <a:lumOff val="0"/>
            <a:alphaOff val="0"/>
          </a:srgbClr>
        </a:solidFill>
        <a:ln w="19050" cap="flat" cmpd="sng" algn="ctr">
          <a:solidFill>
            <a:srgbClr val="E97132">
              <a:tint val="40000"/>
              <a:alpha val="90000"/>
              <a:hueOff val="0"/>
              <a:satOff val="0"/>
              <a:lumOff val="0"/>
              <a:alphaOff val="0"/>
            </a:srgbClr>
          </a:solidFill>
          <a:prstDash val="solid"/>
          <a:miter lim="800000"/>
        </a:ln>
        <a:effectLst/>
      </dgm:spPr>
      <dgm:t>
        <a:bodyPr/>
        <a:lstStyle/>
        <a:p>
          <a:pPr marL="114300" lvl="1" indent="-114300" algn="l" defTabSz="622300">
            <a:lnSpc>
              <a:spcPct val="90000"/>
            </a:lnSpc>
            <a:spcBef>
              <a:spcPct val="0"/>
            </a:spcBef>
            <a:spcAft>
              <a:spcPct val="15000"/>
            </a:spcAft>
            <a:buFont typeface="Arial" panose="020B0604020202020204" pitchFamily="34" charset="0"/>
            <a:buChar char="•"/>
          </a:pPr>
          <a:r>
            <a:rPr lang="en"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No folders are supported at the moment</a:t>
          </a:r>
          <a:endParaRPr lang="en-US"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endParaRPr>
        </a:p>
      </dgm:t>
    </dgm:pt>
    <dgm:pt modelId="{C639C6B9-2D37-4BEB-A0F5-6D14C19DAF06}" type="parTrans" cxnId="{3413E2D2-6E3B-4910-B721-7FD22D428378}">
      <dgm:prSet/>
      <dgm:spPr/>
      <dgm:t>
        <a:bodyPr/>
        <a:lstStyle/>
        <a:p>
          <a:endParaRPr lang="en-US"/>
        </a:p>
      </dgm:t>
    </dgm:pt>
    <dgm:pt modelId="{D62B01B4-0A69-4DA1-90EB-595BB6A75DFF}" type="sibTrans" cxnId="{3413E2D2-6E3B-4910-B721-7FD22D428378}">
      <dgm:prSet/>
      <dgm:spPr/>
      <dgm:t>
        <a:bodyPr/>
        <a:lstStyle/>
        <a:p>
          <a:endParaRPr lang="en-US"/>
        </a:p>
      </dgm:t>
    </dgm:pt>
    <dgm:pt modelId="{2590117A-5A84-45AA-9C5C-86E2E73FF10C}">
      <dgm:prSet custT="1"/>
      <dgm:spPr/>
      <dgm:t>
        <a:bodyPr/>
        <a:lstStyle/>
        <a:p>
          <a:pPr>
            <a:buChar char="•"/>
          </a:pPr>
          <a:r>
            <a:rPr lang="en" sz="13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Universal formats: PDF, TXT, RTF</a:t>
          </a:r>
          <a:endParaRPr lang="en-US" sz="13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endParaRPr>
        </a:p>
      </dgm:t>
    </dgm:pt>
    <dgm:pt modelId="{2496C93F-4855-40E0-9742-2E06788DD452}" type="parTrans" cxnId="{907C480E-4AB2-4D6F-8787-3DBD5D8833B2}">
      <dgm:prSet/>
      <dgm:spPr/>
      <dgm:t>
        <a:bodyPr/>
        <a:lstStyle/>
        <a:p>
          <a:endParaRPr lang="en-US"/>
        </a:p>
      </dgm:t>
    </dgm:pt>
    <dgm:pt modelId="{596AA852-3466-45FE-BC53-C6AC390277AF}" type="sibTrans" cxnId="{907C480E-4AB2-4D6F-8787-3DBD5D8833B2}">
      <dgm:prSet/>
      <dgm:spPr/>
      <dgm:t>
        <a:bodyPr/>
        <a:lstStyle/>
        <a:p>
          <a:endParaRPr lang="en-US"/>
        </a:p>
      </dgm:t>
    </dgm:pt>
    <dgm:pt modelId="{0E46983E-0E60-4060-87A1-FE451B7726C6}">
      <dgm:prSet custT="1"/>
      <dgm:spPr/>
      <dgm:t>
        <a:bodyPr/>
        <a:lstStyle/>
        <a:p>
          <a:pPr>
            <a:buChar char="•"/>
          </a:pPr>
          <a:r>
            <a:rPr lang="en" sz="13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Web Files: ASPX, HTM, HTML</a:t>
          </a:r>
          <a:endParaRPr lang="en-US" sz="13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endParaRPr>
        </a:p>
      </dgm:t>
    </dgm:pt>
    <dgm:pt modelId="{8B76BC10-3039-47F5-8C6D-C3EF2068F4BF}" type="parTrans" cxnId="{05A02FCA-9F1C-42DF-BCC6-E334AD2ED1CF}">
      <dgm:prSet/>
      <dgm:spPr/>
      <dgm:t>
        <a:bodyPr/>
        <a:lstStyle/>
        <a:p>
          <a:endParaRPr lang="en-US"/>
        </a:p>
      </dgm:t>
    </dgm:pt>
    <dgm:pt modelId="{94FC433E-3C7A-41EA-A256-A35E3647270E}" type="sibTrans" cxnId="{05A02FCA-9F1C-42DF-BCC6-E334AD2ED1CF}">
      <dgm:prSet/>
      <dgm:spPr/>
      <dgm:t>
        <a:bodyPr/>
        <a:lstStyle/>
        <a:p>
          <a:endParaRPr lang="en-US"/>
        </a:p>
      </dgm:t>
    </dgm:pt>
    <dgm:pt modelId="{659E35DC-337A-49B1-B470-32ED4E3C86BA}">
      <dgm:prSet custT="1"/>
      <dgm:spPr/>
      <dgm:t>
        <a:bodyPr/>
        <a:lstStyle/>
        <a:p>
          <a:pPr>
            <a:buChar char="•"/>
          </a:pPr>
          <a:r>
            <a:rPr lang="en" sz="13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OpenDocument formatted documents: ODT, ODP</a:t>
          </a:r>
          <a:endParaRPr lang="en-US" sz="13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endParaRPr>
        </a:p>
      </dgm:t>
    </dgm:pt>
    <dgm:pt modelId="{FE86D037-70A6-42EB-944C-4D2773046427}" type="parTrans" cxnId="{719D2396-4A76-4A95-8729-C2113D1738B7}">
      <dgm:prSet/>
      <dgm:spPr/>
      <dgm:t>
        <a:bodyPr/>
        <a:lstStyle/>
        <a:p>
          <a:endParaRPr lang="en-US"/>
        </a:p>
      </dgm:t>
    </dgm:pt>
    <dgm:pt modelId="{E2CBACC7-9F30-4D3E-9B09-8B3EE8810A15}" type="sibTrans" cxnId="{719D2396-4A76-4A95-8729-C2113D1738B7}">
      <dgm:prSet/>
      <dgm:spPr/>
      <dgm:t>
        <a:bodyPr/>
        <a:lstStyle/>
        <a:p>
          <a:endParaRPr lang="en-US"/>
        </a:p>
      </dgm:t>
    </dgm:pt>
    <dgm:pt modelId="{D0FB9AA0-F12F-4D47-A4BF-4AE64A1A910C}">
      <dgm:prSet custT="1"/>
      <dgm:spPr/>
      <dgm:t>
        <a:bodyPr/>
        <a:lstStyle/>
        <a:p>
          <a:pPr>
            <a:buChar char="•"/>
          </a:pPr>
          <a:r>
            <a:rPr lang="en-US" sz="1300" noProof="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Other file types: Images, OneNote, Meetings Recordings</a:t>
          </a:r>
        </a:p>
      </dgm:t>
    </dgm:pt>
    <dgm:pt modelId="{28B5CEAC-913D-426F-AE82-8018035F7DF7}" type="parTrans" cxnId="{91E9FDD5-8D8E-4B64-BBD7-4C0FBFD570AB}">
      <dgm:prSet/>
      <dgm:spPr/>
      <dgm:t>
        <a:bodyPr/>
        <a:lstStyle/>
        <a:p>
          <a:endParaRPr lang="en-US"/>
        </a:p>
      </dgm:t>
    </dgm:pt>
    <dgm:pt modelId="{556A775D-EDD5-41B2-AFC5-E2BECA18DFFC}" type="sibTrans" cxnId="{91E9FDD5-8D8E-4B64-BBD7-4C0FBFD570AB}">
      <dgm:prSet/>
      <dgm:spPr/>
      <dgm:t>
        <a:bodyPr/>
        <a:lstStyle/>
        <a:p>
          <a:endParaRPr lang="en-US"/>
        </a:p>
      </dgm:t>
    </dgm:pt>
    <dgm:pt modelId="{643F3CEE-7DAE-4912-BFC2-74CB388115AE}">
      <dgm:prSet phldrT="[Text]" custT="1"/>
      <dgm:spPr>
        <a:xfrm rot="5400000">
          <a:off x="6951575" y="178458"/>
          <a:ext cx="1262016" cy="7850972"/>
        </a:xfrm>
        <a:solidFill>
          <a:srgbClr val="E97132">
            <a:tint val="40000"/>
            <a:alpha val="90000"/>
            <a:hueOff val="6734718"/>
            <a:satOff val="-62232"/>
            <a:lumOff val="-7015"/>
            <a:alphaOff val="0"/>
          </a:srgbClr>
        </a:solidFill>
        <a:ln w="19050" cap="flat" cmpd="sng" algn="ctr">
          <a:solidFill>
            <a:srgbClr val="E97132">
              <a:tint val="40000"/>
              <a:alpha val="90000"/>
              <a:hueOff val="6734718"/>
              <a:satOff val="-62232"/>
              <a:lumOff val="-7015"/>
              <a:alphaOff val="0"/>
            </a:srgbClr>
          </a:solidFill>
          <a:prstDash val="solid"/>
          <a:miter lim="800000"/>
        </a:ln>
        <a:effectLst/>
      </dgm:spPr>
      <dgm:t>
        <a:bodyPr/>
        <a:lstStyle/>
        <a:p>
          <a:pPr>
            <a:buFont typeface="Wingdings" panose="05000000000000000000" pitchFamily="2" charset="2"/>
            <a:buChar char="§"/>
          </a:pPr>
          <a:r>
            <a:rPr lang="en" sz="13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20 source items: Folders, Files	</a:t>
          </a:r>
          <a:endParaRPr lang="en-US" sz="13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endParaRPr>
        </a:p>
      </dgm:t>
    </dgm:pt>
    <dgm:pt modelId="{B8D06502-2FFF-4CA4-AEBF-96D874E166FA}" type="parTrans" cxnId="{155BD8C4-248B-44E3-8B7D-C480AA37E488}">
      <dgm:prSet/>
      <dgm:spPr/>
    </dgm:pt>
    <dgm:pt modelId="{18C5CCD9-9D72-49FC-A964-9E7BAE4CF631}" type="sibTrans" cxnId="{155BD8C4-248B-44E3-8B7D-C480AA37E488}">
      <dgm:prSet/>
      <dgm:spPr/>
    </dgm:pt>
    <dgm:pt modelId="{4530FA5F-86BE-4171-8B9A-8B9FEC776A3E}" type="pres">
      <dgm:prSet presAssocID="{AF199040-BA75-4011-9D00-C7DD275A4E19}" presName="Name0" presStyleCnt="0">
        <dgm:presLayoutVars>
          <dgm:dir/>
          <dgm:animLvl val="lvl"/>
          <dgm:resizeHandles val="exact"/>
        </dgm:presLayoutVars>
      </dgm:prSet>
      <dgm:spPr/>
    </dgm:pt>
    <dgm:pt modelId="{F33D1830-29FA-4ABD-BA68-002DC26A3195}" type="pres">
      <dgm:prSet presAssocID="{887F87A8-5B44-465C-8EB8-4B7CF4688FD0}" presName="linNode" presStyleCnt="0"/>
      <dgm:spPr/>
    </dgm:pt>
    <dgm:pt modelId="{B37A46E8-73CB-4C03-9C79-44562F49918B}" type="pres">
      <dgm:prSet presAssocID="{887F87A8-5B44-465C-8EB8-4B7CF4688FD0}" presName="parentText" presStyleLbl="node1" presStyleIdx="0" presStyleCnt="3" custScaleX="65843">
        <dgm:presLayoutVars>
          <dgm:chMax val="1"/>
          <dgm:bulletEnabled val="1"/>
        </dgm:presLayoutVars>
      </dgm:prSet>
      <dgm:spPr>
        <a:prstGeom prst="roundRect">
          <a:avLst/>
        </a:prstGeom>
      </dgm:spPr>
    </dgm:pt>
    <dgm:pt modelId="{F8475101-86DC-4A72-992F-60A626B05900}" type="pres">
      <dgm:prSet presAssocID="{887F87A8-5B44-465C-8EB8-4B7CF4688FD0}" presName="descendantText" presStyleLbl="alignAccFollowNode1" presStyleIdx="0" presStyleCnt="3">
        <dgm:presLayoutVars>
          <dgm:bulletEnabled val="1"/>
        </dgm:presLayoutVars>
      </dgm:prSet>
      <dgm:spPr>
        <a:prstGeom prst="round2SameRect">
          <a:avLst/>
        </a:prstGeom>
      </dgm:spPr>
    </dgm:pt>
    <dgm:pt modelId="{E1246694-56CE-48C4-B786-E80DE852AFD0}" type="pres">
      <dgm:prSet presAssocID="{068A23B2-814B-47F7-9DA3-AB814EB811A1}" presName="sp" presStyleCnt="0"/>
      <dgm:spPr/>
    </dgm:pt>
    <dgm:pt modelId="{08E1B2C9-C937-4290-879D-07BBBE3061D5}" type="pres">
      <dgm:prSet presAssocID="{5540B27A-939D-48B8-91C7-3EF59B2D0961}" presName="linNode" presStyleCnt="0"/>
      <dgm:spPr/>
    </dgm:pt>
    <dgm:pt modelId="{CE2B7249-3492-41D9-9F44-A443BDAD6D7A}" type="pres">
      <dgm:prSet presAssocID="{5540B27A-939D-48B8-91C7-3EF59B2D0961}" presName="parentText" presStyleLbl="node1" presStyleIdx="1" presStyleCnt="3" custScaleX="65843">
        <dgm:presLayoutVars>
          <dgm:chMax val="1"/>
          <dgm:bulletEnabled val="1"/>
        </dgm:presLayoutVars>
      </dgm:prSet>
      <dgm:spPr>
        <a:prstGeom prst="roundRect">
          <a:avLst/>
        </a:prstGeom>
      </dgm:spPr>
    </dgm:pt>
    <dgm:pt modelId="{8FA3136B-7401-4EAA-B17D-2ED39860EAD0}" type="pres">
      <dgm:prSet presAssocID="{5540B27A-939D-48B8-91C7-3EF59B2D0961}" presName="descendantText" presStyleLbl="alignAccFollowNode1" presStyleIdx="1" presStyleCnt="3">
        <dgm:presLayoutVars>
          <dgm:bulletEnabled val="1"/>
        </dgm:presLayoutVars>
      </dgm:prSet>
      <dgm:spPr>
        <a:prstGeom prst="round2SameRect">
          <a:avLst/>
        </a:prstGeom>
      </dgm:spPr>
    </dgm:pt>
    <dgm:pt modelId="{1B2EEC09-A690-40DF-A27F-B6733EB42615}" type="pres">
      <dgm:prSet presAssocID="{CF7B0F2D-326C-4AF2-B79A-E21F038DE4EE}" presName="sp" presStyleCnt="0"/>
      <dgm:spPr/>
    </dgm:pt>
    <dgm:pt modelId="{09E50B4A-243A-4A39-BA8A-8E4DC4C1985D}" type="pres">
      <dgm:prSet presAssocID="{D4F3B9A3-E733-4E37-84B6-F3EE73DB75AD}" presName="linNode" presStyleCnt="0"/>
      <dgm:spPr/>
    </dgm:pt>
    <dgm:pt modelId="{8AD38B7E-DD45-4353-BBD7-E64AA812EF2F}" type="pres">
      <dgm:prSet presAssocID="{D4F3B9A3-E733-4E37-84B6-F3EE73DB75AD}" presName="parentText" presStyleLbl="node1" presStyleIdx="2" presStyleCnt="3" custScaleX="65733">
        <dgm:presLayoutVars>
          <dgm:chMax val="1"/>
          <dgm:bulletEnabled val="1"/>
        </dgm:presLayoutVars>
      </dgm:prSet>
      <dgm:spPr>
        <a:prstGeom prst="roundRect">
          <a:avLst/>
        </a:prstGeom>
      </dgm:spPr>
    </dgm:pt>
    <dgm:pt modelId="{A5B893BA-8848-480C-92BF-68912D3BD0B0}" type="pres">
      <dgm:prSet presAssocID="{D4F3B9A3-E733-4E37-84B6-F3EE73DB75AD}" presName="descendantText" presStyleLbl="alignAccFollowNode1" presStyleIdx="2" presStyleCnt="3">
        <dgm:presLayoutVars>
          <dgm:bulletEnabled val="1"/>
        </dgm:presLayoutVars>
      </dgm:prSet>
      <dgm:spPr>
        <a:prstGeom prst="round2SameRect">
          <a:avLst/>
        </a:prstGeom>
      </dgm:spPr>
    </dgm:pt>
  </dgm:ptLst>
  <dgm:cxnLst>
    <dgm:cxn modelId="{4626C309-998C-423F-90B9-88969925D65B}" type="presOf" srcId="{7902843B-AC7E-4A23-ADAA-8D0004AE328A}" destId="{8FA3136B-7401-4EAA-B17D-2ED39860EAD0}" srcOrd="0" destOrd="0" presId="urn:microsoft.com/office/officeart/2005/8/layout/vList5"/>
    <dgm:cxn modelId="{CCF2520A-1B96-4EFE-BC79-C472E855F40B}" type="presOf" srcId="{2590117A-5A84-45AA-9C5C-86E2E73FF10C}" destId="{8FA3136B-7401-4EAA-B17D-2ED39860EAD0}" srcOrd="0" destOrd="1" presId="urn:microsoft.com/office/officeart/2005/8/layout/vList5"/>
    <dgm:cxn modelId="{907C480E-4AB2-4D6F-8787-3DBD5D8833B2}" srcId="{5540B27A-939D-48B8-91C7-3EF59B2D0961}" destId="{2590117A-5A84-45AA-9C5C-86E2E73FF10C}" srcOrd="1" destOrd="0" parTransId="{2496C93F-4855-40E0-9742-2E06788DD452}" sibTransId="{596AA852-3466-45FE-BC53-C6AC390277AF}"/>
    <dgm:cxn modelId="{C6A9031E-1D7B-4817-AE61-DFF6071606CE}" type="presOf" srcId="{659E35DC-337A-49B1-B470-32ED4E3C86BA}" destId="{8FA3136B-7401-4EAA-B17D-2ED39860EAD0}" srcOrd="0" destOrd="4" presId="urn:microsoft.com/office/officeart/2005/8/layout/vList5"/>
    <dgm:cxn modelId="{CDE9ED23-57C1-4343-BCA0-CD26E76F5679}" srcId="{AF199040-BA75-4011-9D00-C7DD275A4E19}" destId="{5540B27A-939D-48B8-91C7-3EF59B2D0961}" srcOrd="1" destOrd="0" parTransId="{5608F5CE-B411-4EE7-BA38-BFF9C7404E47}" sibTransId="{CF7B0F2D-326C-4AF2-B79A-E21F038DE4EE}"/>
    <dgm:cxn modelId="{DE562C2B-A158-4A57-B100-5E5F5D543B58}" type="presOf" srcId="{D4F3B9A3-E733-4E37-84B6-F3EE73DB75AD}" destId="{8AD38B7E-DD45-4353-BBD7-E64AA812EF2F}" srcOrd="0" destOrd="0" presId="urn:microsoft.com/office/officeart/2005/8/layout/vList5"/>
    <dgm:cxn modelId="{6B8B572F-2EE8-47D7-B5D7-FCAC5B3D0794}" type="presOf" srcId="{C11896F0-158D-4BBA-BB24-A4E16D4459A1}" destId="{F8475101-86DC-4A72-992F-60A626B05900}" srcOrd="0" destOrd="1" presId="urn:microsoft.com/office/officeart/2005/8/layout/vList5"/>
    <dgm:cxn modelId="{E8B46561-4CED-4EF1-B198-62EBAEF6D2EA}" srcId="{5540B27A-939D-48B8-91C7-3EF59B2D0961}" destId="{7902843B-AC7E-4A23-ADAA-8D0004AE328A}" srcOrd="0" destOrd="0" parTransId="{2A63C2C6-66C6-4550-BECA-63DA6D02C9DD}" sibTransId="{F8525F51-AFEA-4E6E-AA60-2CAC0E4CD695}"/>
    <dgm:cxn modelId="{8A3F3367-55BF-4B08-9D1E-04B93EC3138D}" type="presOf" srcId="{0E46983E-0E60-4060-87A1-FE451B7726C6}" destId="{8FA3136B-7401-4EAA-B17D-2ED39860EAD0}" srcOrd="0" destOrd="3" presId="urn:microsoft.com/office/officeart/2005/8/layout/vList5"/>
    <dgm:cxn modelId="{AD037F89-7986-4C66-BE9B-98E1721421A4}" type="presOf" srcId="{AE29E7D3-8ABB-41FD-8785-F9A870A50BFD}" destId="{A5B893BA-8848-480C-92BF-68912D3BD0B0}" srcOrd="0" destOrd="0" presId="urn:microsoft.com/office/officeart/2005/8/layout/vList5"/>
    <dgm:cxn modelId="{C162A28E-7905-414A-9736-22E4D7CDCC29}" type="presOf" srcId="{5540B27A-939D-48B8-91C7-3EF59B2D0961}" destId="{CE2B7249-3492-41D9-9F44-A443BDAD6D7A}" srcOrd="0" destOrd="0" presId="urn:microsoft.com/office/officeart/2005/8/layout/vList5"/>
    <dgm:cxn modelId="{D02A2295-144D-49B4-9B5A-5695248A54F0}" srcId="{887F87A8-5B44-465C-8EB8-4B7CF4688FD0}" destId="{17F98B7E-7495-4080-98DE-2BBCD859E1A6}" srcOrd="0" destOrd="0" parTransId="{2B505A4D-27D3-4F96-9F6D-37076951D6A1}" sibTransId="{1B17B620-72DA-4DA4-A756-6BF885A2EDCF}"/>
    <dgm:cxn modelId="{926E7795-7E23-4E09-B76C-569CAE717919}" type="presOf" srcId="{643F3CEE-7DAE-4912-BFC2-74CB388115AE}" destId="{A5B893BA-8848-480C-92BF-68912D3BD0B0}" srcOrd="0" destOrd="1" presId="urn:microsoft.com/office/officeart/2005/8/layout/vList5"/>
    <dgm:cxn modelId="{719D2396-4A76-4A95-8729-C2113D1738B7}" srcId="{5540B27A-939D-48B8-91C7-3EF59B2D0961}" destId="{659E35DC-337A-49B1-B470-32ED4E3C86BA}" srcOrd="4" destOrd="0" parTransId="{FE86D037-70A6-42EB-944C-4D2773046427}" sibTransId="{E2CBACC7-9F30-4D3E-9B09-8B3EE8810A15}"/>
    <dgm:cxn modelId="{CEFCD6A5-DB16-4610-848C-601337A74934}" type="presOf" srcId="{AF199040-BA75-4011-9D00-C7DD275A4E19}" destId="{4530FA5F-86BE-4171-8B9A-8B9FEC776A3E}" srcOrd="0" destOrd="0" presId="urn:microsoft.com/office/officeart/2005/8/layout/vList5"/>
    <dgm:cxn modelId="{EEF556B2-D80A-474E-8449-D2A75A310190}" srcId="{D4F3B9A3-E733-4E37-84B6-F3EE73DB75AD}" destId="{AE29E7D3-8ABB-41FD-8785-F9A870A50BFD}" srcOrd="0" destOrd="0" parTransId="{E4D0D919-28C8-42B1-B89B-4D6CFCCDE4A5}" sibTransId="{004F659E-CBBB-40B1-A26F-BE580978CACC}"/>
    <dgm:cxn modelId="{D34648BA-2685-4DF9-AB85-896D9DEF3479}" type="presOf" srcId="{17F98B7E-7495-4080-98DE-2BBCD859E1A6}" destId="{F8475101-86DC-4A72-992F-60A626B05900}" srcOrd="0" destOrd="0" presId="urn:microsoft.com/office/officeart/2005/8/layout/vList5"/>
    <dgm:cxn modelId="{206D4BC2-99EC-4B4C-A24D-28DAF303937E}" srcId="{AF199040-BA75-4011-9D00-C7DD275A4E19}" destId="{887F87A8-5B44-465C-8EB8-4B7CF4688FD0}" srcOrd="0" destOrd="0" parTransId="{F0722AFC-B1AD-4256-98C2-C4B9D6991C07}" sibTransId="{068A23B2-814B-47F7-9DA3-AB814EB811A1}"/>
    <dgm:cxn modelId="{155BD8C4-248B-44E3-8B7D-C480AA37E488}" srcId="{AE29E7D3-8ABB-41FD-8785-F9A870A50BFD}" destId="{643F3CEE-7DAE-4912-BFC2-74CB388115AE}" srcOrd="0" destOrd="0" parTransId="{B8D06502-2FFF-4CA4-AEBF-96D874E166FA}" sibTransId="{18C5CCD9-9D72-49FC-A964-9E7BAE4CF631}"/>
    <dgm:cxn modelId="{05A02FCA-9F1C-42DF-BCC6-E334AD2ED1CF}" srcId="{5540B27A-939D-48B8-91C7-3EF59B2D0961}" destId="{0E46983E-0E60-4060-87A1-FE451B7726C6}" srcOrd="3" destOrd="0" parTransId="{8B76BC10-3039-47F5-8C6D-C3EF2068F4BF}" sibTransId="{94FC433E-3C7A-41EA-A256-A35E3647270E}"/>
    <dgm:cxn modelId="{7EC848CB-1565-46F5-8A7B-A450854F36FA}" srcId="{AF199040-BA75-4011-9D00-C7DD275A4E19}" destId="{D4F3B9A3-E733-4E37-84B6-F3EE73DB75AD}" srcOrd="2" destOrd="0" parTransId="{B73FC48F-1AAA-4AF5-A28A-163932D9DA69}" sibTransId="{6C74BC4F-7882-400C-A15D-F41CE5D3EBEB}"/>
    <dgm:cxn modelId="{3413E2D2-6E3B-4910-B721-7FD22D428378}" srcId="{887F87A8-5B44-465C-8EB8-4B7CF4688FD0}" destId="{C11896F0-158D-4BBA-BB24-A4E16D4459A1}" srcOrd="1" destOrd="0" parTransId="{C639C6B9-2D37-4BEB-A0F5-6D14C19DAF06}" sibTransId="{D62B01B4-0A69-4DA1-90EB-595BB6A75DFF}"/>
    <dgm:cxn modelId="{91E9FDD5-8D8E-4B64-BBD7-4C0FBFD570AB}" srcId="{5540B27A-939D-48B8-91C7-3EF59B2D0961}" destId="{D0FB9AA0-F12F-4D47-A4BF-4AE64A1A910C}" srcOrd="2" destOrd="0" parTransId="{28B5CEAC-913D-426F-AE82-8018035F7DF7}" sibTransId="{556A775D-EDD5-41B2-AFC5-E2BECA18DFFC}"/>
    <dgm:cxn modelId="{43FF5CE2-025E-4F87-B4B7-FD8FBEA5D802}" type="presOf" srcId="{887F87A8-5B44-465C-8EB8-4B7CF4688FD0}" destId="{B37A46E8-73CB-4C03-9C79-44562F49918B}" srcOrd="0" destOrd="0" presId="urn:microsoft.com/office/officeart/2005/8/layout/vList5"/>
    <dgm:cxn modelId="{55A971F6-FB05-4865-BEC4-4ED573BA2B19}" type="presOf" srcId="{D0FB9AA0-F12F-4D47-A4BF-4AE64A1A910C}" destId="{8FA3136B-7401-4EAA-B17D-2ED39860EAD0}" srcOrd="0" destOrd="2" presId="urn:microsoft.com/office/officeart/2005/8/layout/vList5"/>
    <dgm:cxn modelId="{3E07827B-BE5F-4051-A9B5-46937FC4D39E}" type="presParOf" srcId="{4530FA5F-86BE-4171-8B9A-8B9FEC776A3E}" destId="{F33D1830-29FA-4ABD-BA68-002DC26A3195}" srcOrd="0" destOrd="0" presId="urn:microsoft.com/office/officeart/2005/8/layout/vList5"/>
    <dgm:cxn modelId="{D7DBEBA9-8CB2-44DB-8128-16A010748922}" type="presParOf" srcId="{F33D1830-29FA-4ABD-BA68-002DC26A3195}" destId="{B37A46E8-73CB-4C03-9C79-44562F49918B}" srcOrd="0" destOrd="0" presId="urn:microsoft.com/office/officeart/2005/8/layout/vList5"/>
    <dgm:cxn modelId="{1D8A1978-C236-4BBB-AA40-1221BB34C7BD}" type="presParOf" srcId="{F33D1830-29FA-4ABD-BA68-002DC26A3195}" destId="{F8475101-86DC-4A72-992F-60A626B05900}" srcOrd="1" destOrd="0" presId="urn:microsoft.com/office/officeart/2005/8/layout/vList5"/>
    <dgm:cxn modelId="{4E3FE980-71DF-4F4C-A09E-820B9BAF450F}" type="presParOf" srcId="{4530FA5F-86BE-4171-8B9A-8B9FEC776A3E}" destId="{E1246694-56CE-48C4-B786-E80DE852AFD0}" srcOrd="1" destOrd="0" presId="urn:microsoft.com/office/officeart/2005/8/layout/vList5"/>
    <dgm:cxn modelId="{5299972C-4180-419E-9DC4-18F93BB8E36D}" type="presParOf" srcId="{4530FA5F-86BE-4171-8B9A-8B9FEC776A3E}" destId="{08E1B2C9-C937-4290-879D-07BBBE3061D5}" srcOrd="2" destOrd="0" presId="urn:microsoft.com/office/officeart/2005/8/layout/vList5"/>
    <dgm:cxn modelId="{697BFE70-DD0E-4898-8EFC-08BEECF557C9}" type="presParOf" srcId="{08E1B2C9-C937-4290-879D-07BBBE3061D5}" destId="{CE2B7249-3492-41D9-9F44-A443BDAD6D7A}" srcOrd="0" destOrd="0" presId="urn:microsoft.com/office/officeart/2005/8/layout/vList5"/>
    <dgm:cxn modelId="{806B7AC5-669B-4FB4-8A95-1BE7C0AAB008}" type="presParOf" srcId="{08E1B2C9-C937-4290-879D-07BBBE3061D5}" destId="{8FA3136B-7401-4EAA-B17D-2ED39860EAD0}" srcOrd="1" destOrd="0" presId="urn:microsoft.com/office/officeart/2005/8/layout/vList5"/>
    <dgm:cxn modelId="{E3A8C9F5-5329-48BE-87DD-D9C016146848}" type="presParOf" srcId="{4530FA5F-86BE-4171-8B9A-8B9FEC776A3E}" destId="{1B2EEC09-A690-40DF-A27F-B6733EB42615}" srcOrd="3" destOrd="0" presId="urn:microsoft.com/office/officeart/2005/8/layout/vList5"/>
    <dgm:cxn modelId="{A6CDDB7B-C5F1-4356-B8AC-2F47A246D4E9}" type="presParOf" srcId="{4530FA5F-86BE-4171-8B9A-8B9FEC776A3E}" destId="{09E50B4A-243A-4A39-BA8A-8E4DC4C1985D}" srcOrd="4" destOrd="0" presId="urn:microsoft.com/office/officeart/2005/8/layout/vList5"/>
    <dgm:cxn modelId="{C1DAB203-44FF-4C4C-A54B-D4FC83F21C63}" type="presParOf" srcId="{09E50B4A-243A-4A39-BA8A-8E4DC4C1985D}" destId="{8AD38B7E-DD45-4353-BBD7-E64AA812EF2F}" srcOrd="0" destOrd="0" presId="urn:microsoft.com/office/officeart/2005/8/layout/vList5"/>
    <dgm:cxn modelId="{BE0C2F37-53CF-4BA5-B7F0-7AB361C4DDCB}" type="presParOf" srcId="{09E50B4A-243A-4A39-BA8A-8E4DC4C1985D}" destId="{A5B893BA-8848-480C-92BF-68912D3BD0B0}"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475101-86DC-4A72-992F-60A626B05900}">
      <dsp:nvSpPr>
        <dsp:cNvPr id="0" name=""/>
        <dsp:cNvSpPr/>
      </dsp:nvSpPr>
      <dsp:spPr>
        <a:xfrm rot="5400000">
          <a:off x="7116075" y="-3333856"/>
          <a:ext cx="942688" cy="7850972"/>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400" b="0" i="0" kern="1200" dirty="0">
              <a:effectLst/>
              <a:latin typeface="Segoe UI" panose="020B0502040204020203" pitchFamily="34" charset="0"/>
              <a:ea typeface="+mn-ea"/>
              <a:cs typeface="Segoe UI" panose="020B0502040204020203" pitchFamily="34" charset="0"/>
            </a:rPr>
            <a:t>On information in your files and Copilot will give you answers directly in chat</a:t>
          </a:r>
          <a:endParaRPr lang="en-US" sz="1400" kern="1200" dirty="0">
            <a:latin typeface="Segoe UI" panose="020B0502040204020203" pitchFamily="34" charset="0"/>
            <a:ea typeface="+mn-ea"/>
            <a:cs typeface="Segoe UI" panose="020B0502040204020203" pitchFamily="34" charset="0"/>
          </a:endParaRPr>
        </a:p>
        <a:p>
          <a:pPr marL="114300" lvl="1" indent="-114300" algn="l" defTabSz="622300">
            <a:lnSpc>
              <a:spcPct val="90000"/>
            </a:lnSpc>
            <a:spcBef>
              <a:spcPct val="0"/>
            </a:spcBef>
            <a:spcAft>
              <a:spcPct val="15000"/>
            </a:spcAft>
            <a:buFont typeface="Arial" panose="020B0604020202020204" pitchFamily="34" charset="0"/>
            <a:buChar char="•"/>
          </a:pPr>
          <a:r>
            <a:rPr lang="en-US" sz="1400" b="0" i="0" kern="1200" dirty="0">
              <a:effectLst/>
              <a:latin typeface="Segoe UI" panose="020B0502040204020203" pitchFamily="34" charset="0"/>
              <a:ea typeface="+mn-ea"/>
              <a:cs typeface="Segoe UI" panose="020B0502040204020203" pitchFamily="34" charset="0"/>
            </a:rPr>
            <a:t>You don't need to search and open files to get what you're looking for, simply ask Copilot and get answers</a:t>
          </a:r>
          <a:endParaRPr lang="en-US" sz="1400" kern="1200" dirty="0">
            <a:latin typeface="Segoe UI" panose="020B0502040204020203" pitchFamily="34" charset="0"/>
            <a:ea typeface="+mn-ea"/>
            <a:cs typeface="Segoe UI" panose="020B0502040204020203" pitchFamily="34" charset="0"/>
          </a:endParaRPr>
        </a:p>
      </dsp:txBody>
      <dsp:txXfrm rot="-5400000">
        <a:off x="3661933" y="166304"/>
        <a:ext cx="7804954" cy="850652"/>
      </dsp:txXfrm>
    </dsp:sp>
    <dsp:sp modelId="{B37A46E8-73CB-4C03-9C79-44562F49918B}">
      <dsp:nvSpPr>
        <dsp:cNvPr id="0" name=""/>
        <dsp:cNvSpPr/>
      </dsp:nvSpPr>
      <dsp:spPr>
        <a:xfrm>
          <a:off x="754193" y="2449"/>
          <a:ext cx="2907740" cy="11783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 sz="1600" b="1" kern="1200" dirty="0">
              <a:latin typeface="Segoe UI" panose="020B0502040204020203" pitchFamily="34" charset="0"/>
              <a:ea typeface="+mn-ea"/>
              <a:cs typeface="Segoe UI" panose="020B0502040204020203" pitchFamily="34" charset="0"/>
            </a:rPr>
            <a:t>Ask Questions + Analyze Content</a:t>
          </a:r>
          <a:endParaRPr lang="en-US" sz="1600" b="1" kern="1200" dirty="0">
            <a:latin typeface="Segoe UI" panose="020B0502040204020203" pitchFamily="34" charset="0"/>
            <a:ea typeface="+mn-ea"/>
            <a:cs typeface="Segoe UI" panose="020B0502040204020203" pitchFamily="34" charset="0"/>
          </a:endParaRPr>
        </a:p>
      </dsp:txBody>
      <dsp:txXfrm>
        <a:off x="811716" y="59972"/>
        <a:ext cx="2792694" cy="1063314"/>
      </dsp:txXfrm>
    </dsp:sp>
    <dsp:sp modelId="{8FA3136B-7401-4EAA-B17D-2ED39860EAD0}">
      <dsp:nvSpPr>
        <dsp:cNvPr id="0" name=""/>
        <dsp:cNvSpPr/>
      </dsp:nvSpPr>
      <dsp:spPr>
        <a:xfrm rot="5400000">
          <a:off x="7116075" y="-2096577"/>
          <a:ext cx="942688" cy="7850972"/>
        </a:xfrm>
        <a:prstGeom prst="round2Same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 sz="1400" kern="1200" dirty="0">
              <a:latin typeface="Segoe UI" panose="020B0502040204020203" pitchFamily="34" charset="0"/>
              <a:ea typeface="+mn-ea"/>
              <a:cs typeface="Segoe UI" panose="020B0502040204020203" pitchFamily="34" charset="0"/>
            </a:rPr>
            <a:t>On multiple files by quickly summarizing them</a:t>
          </a:r>
          <a:endParaRPr lang="en-US" sz="1400" kern="1200" dirty="0">
            <a:latin typeface="Segoe UI" panose="020B0502040204020203" pitchFamily="34" charset="0"/>
            <a:ea typeface="+mn-ea"/>
            <a:cs typeface="Segoe UI" panose="020B0502040204020203" pitchFamily="34" charset="0"/>
          </a:endParaRPr>
        </a:p>
        <a:p>
          <a:pPr marL="114300" lvl="1" indent="-114300" algn="l" defTabSz="622300">
            <a:lnSpc>
              <a:spcPct val="90000"/>
            </a:lnSpc>
            <a:spcBef>
              <a:spcPct val="0"/>
            </a:spcBef>
            <a:spcAft>
              <a:spcPct val="15000"/>
            </a:spcAft>
            <a:buChar char="•"/>
          </a:pPr>
          <a:r>
            <a:rPr lang="en-US" sz="1400" kern="1200" noProof="0" dirty="0">
              <a:latin typeface="Segoe UI" panose="020B0502040204020203" pitchFamily="34" charset="0"/>
              <a:ea typeface="+mn-ea"/>
              <a:cs typeface="Segoe UI" panose="020B0502040204020203" pitchFamily="34" charset="0"/>
            </a:rPr>
            <a:t>By getting main points and insights on files without having to read them</a:t>
          </a:r>
        </a:p>
      </dsp:txBody>
      <dsp:txXfrm rot="-5400000">
        <a:off x="3661933" y="1403583"/>
        <a:ext cx="7804954" cy="850652"/>
      </dsp:txXfrm>
    </dsp:sp>
    <dsp:sp modelId="{CE2B7249-3492-41D9-9F44-A443BDAD6D7A}">
      <dsp:nvSpPr>
        <dsp:cNvPr id="0" name=""/>
        <dsp:cNvSpPr/>
      </dsp:nvSpPr>
      <dsp:spPr>
        <a:xfrm>
          <a:off x="754193" y="1239728"/>
          <a:ext cx="2907740" cy="117836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 sz="1600" b="1" kern="1200" dirty="0">
              <a:latin typeface="Segoe UI" panose="020B0502040204020203" pitchFamily="34" charset="0"/>
              <a:ea typeface="+mn-ea"/>
              <a:cs typeface="Segoe UI" panose="020B0502040204020203" pitchFamily="34" charset="0"/>
            </a:rPr>
            <a:t>Catch up</a:t>
          </a:r>
          <a:endParaRPr lang="en-US" sz="1600" b="1" kern="1200" dirty="0">
            <a:latin typeface="Segoe UI" panose="020B0502040204020203" pitchFamily="34" charset="0"/>
            <a:ea typeface="+mn-ea"/>
            <a:cs typeface="Segoe UI" panose="020B0502040204020203" pitchFamily="34" charset="0"/>
          </a:endParaRPr>
        </a:p>
      </dsp:txBody>
      <dsp:txXfrm>
        <a:off x="811716" y="1297251"/>
        <a:ext cx="2792694" cy="1063314"/>
      </dsp:txXfrm>
    </dsp:sp>
    <dsp:sp modelId="{A5B893BA-8848-480C-92BF-68912D3BD0B0}">
      <dsp:nvSpPr>
        <dsp:cNvPr id="0" name=""/>
        <dsp:cNvSpPr/>
      </dsp:nvSpPr>
      <dsp:spPr>
        <a:xfrm rot="5400000">
          <a:off x="7111218" y="-859299"/>
          <a:ext cx="942688" cy="7850972"/>
        </a:xfrm>
        <a:prstGeom prst="round2Same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 sz="1400" kern="1200" dirty="0">
              <a:latin typeface="Segoe UI" panose="020B0502040204020203" pitchFamily="34" charset="0"/>
              <a:ea typeface="+mn-ea"/>
              <a:cs typeface="Segoe UI" panose="020B0502040204020203" pitchFamily="34" charset="0"/>
            </a:rPr>
            <a:t>Such as: FAQ, Executive Summaries, User Guides, Audio overviews and more</a:t>
          </a:r>
          <a:endParaRPr lang="en-US" sz="1400" kern="1200" dirty="0">
            <a:latin typeface="Segoe UI" panose="020B0502040204020203" pitchFamily="34" charset="0"/>
            <a:ea typeface="+mn-ea"/>
            <a:cs typeface="Segoe UI" panose="020B0502040204020203" pitchFamily="34" charset="0"/>
          </a:endParaRPr>
        </a:p>
      </dsp:txBody>
      <dsp:txXfrm rot="-5400000">
        <a:off x="3657076" y="2640861"/>
        <a:ext cx="7804954" cy="850652"/>
      </dsp:txXfrm>
    </dsp:sp>
    <dsp:sp modelId="{8AD38B7E-DD45-4353-BBD7-E64AA812EF2F}">
      <dsp:nvSpPr>
        <dsp:cNvPr id="0" name=""/>
        <dsp:cNvSpPr/>
      </dsp:nvSpPr>
      <dsp:spPr>
        <a:xfrm>
          <a:off x="754193" y="2477006"/>
          <a:ext cx="2902882" cy="117836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 sz="1600" b="1" kern="1200" dirty="0">
              <a:latin typeface="Segoe UI" panose="020B0502040204020203" pitchFamily="34" charset="0"/>
              <a:ea typeface="+mn-ea"/>
              <a:cs typeface="Segoe UI" panose="020B0502040204020203" pitchFamily="34" charset="0"/>
            </a:rPr>
            <a:t>Create new content</a:t>
          </a:r>
          <a:endParaRPr lang="en-US" sz="1600" b="1" kern="1200" dirty="0">
            <a:latin typeface="Segoe UI" panose="020B0502040204020203" pitchFamily="34" charset="0"/>
            <a:ea typeface="+mn-ea"/>
            <a:cs typeface="Segoe UI" panose="020B0502040204020203" pitchFamily="34" charset="0"/>
          </a:endParaRPr>
        </a:p>
      </dsp:txBody>
      <dsp:txXfrm>
        <a:off x="811716" y="2534529"/>
        <a:ext cx="2787836" cy="1063314"/>
      </dsp:txXfrm>
    </dsp:sp>
    <dsp:sp modelId="{8BE635B9-0FFC-4CC0-97B8-3924AEFCEE4C}">
      <dsp:nvSpPr>
        <dsp:cNvPr id="0" name=""/>
        <dsp:cNvSpPr/>
      </dsp:nvSpPr>
      <dsp:spPr>
        <a:xfrm rot="5400000">
          <a:off x="7116119" y="377978"/>
          <a:ext cx="942688" cy="7850972"/>
        </a:xfrm>
        <a:prstGeom prst="round2Same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noProof="0" dirty="0">
              <a:latin typeface="Segoe UI" panose="020B0502040204020203" pitchFamily="34" charset="0"/>
              <a:ea typeface="+mn-ea"/>
              <a:cs typeface="Segoe UI" panose="020B0502040204020203" pitchFamily="34" charset="0"/>
            </a:rPr>
            <a:t>By creating a table or a text summary that compares two or more files without having to open and close those files</a:t>
          </a:r>
        </a:p>
      </dsp:txBody>
      <dsp:txXfrm rot="-5400000">
        <a:off x="3661977" y="3878138"/>
        <a:ext cx="7804954" cy="850652"/>
      </dsp:txXfrm>
    </dsp:sp>
    <dsp:sp modelId="{BBF4F7FB-012A-400E-AEA4-8AD64FC563B3}">
      <dsp:nvSpPr>
        <dsp:cNvPr id="0" name=""/>
        <dsp:cNvSpPr/>
      </dsp:nvSpPr>
      <dsp:spPr>
        <a:xfrm>
          <a:off x="754193" y="3714284"/>
          <a:ext cx="2907784" cy="117836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s-ES" sz="1600" b="1" kern="1200" dirty="0">
              <a:latin typeface="Segoe UI" panose="020B0502040204020203" pitchFamily="34" charset="0"/>
              <a:ea typeface="+mn-ea"/>
              <a:cs typeface="Segoe UI" panose="020B0502040204020203" pitchFamily="34" charset="0"/>
            </a:rPr>
            <a:t>Compare Files</a:t>
          </a:r>
          <a:endParaRPr lang="en-US" sz="1600" b="1" kern="1200" dirty="0">
            <a:latin typeface="Segoe UI" panose="020B0502040204020203" pitchFamily="34" charset="0"/>
            <a:ea typeface="+mn-ea"/>
            <a:cs typeface="Segoe UI" panose="020B0502040204020203" pitchFamily="34" charset="0"/>
          </a:endParaRPr>
        </a:p>
      </dsp:txBody>
      <dsp:txXfrm>
        <a:off x="811716" y="3771807"/>
        <a:ext cx="2792738" cy="10633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475101-86DC-4A72-992F-60A626B05900}">
      <dsp:nvSpPr>
        <dsp:cNvPr id="0" name=""/>
        <dsp:cNvSpPr/>
      </dsp:nvSpPr>
      <dsp:spPr>
        <a:xfrm rot="5400000">
          <a:off x="6956433" y="-3134335"/>
          <a:ext cx="1262016" cy="7850972"/>
        </a:xfrm>
        <a:prstGeom prst="round2SameRect">
          <a:avLst/>
        </a:prstGeom>
        <a:solidFill>
          <a:srgbClr val="E97132">
            <a:tint val="40000"/>
            <a:alpha val="90000"/>
            <a:hueOff val="0"/>
            <a:satOff val="0"/>
            <a:lumOff val="0"/>
            <a:alphaOff val="0"/>
          </a:srgbClr>
        </a:solidFill>
        <a:ln w="19050" cap="flat" cmpd="sng" algn="ctr">
          <a:solidFill>
            <a:srgbClr val="E97132">
              <a:tint val="40000"/>
              <a:alpha val="9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Up to a maximum of 5 Files (</a:t>
          </a:r>
          <a:r>
            <a:rPr lang="en" sz="1300" b="1" u="sng"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Note</a:t>
          </a:r>
          <a:r>
            <a:rPr lang="en"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 User files or files that have been shared with the user)</a:t>
          </a:r>
          <a:endParaRPr lang="en-US"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endParaRPr>
        </a:p>
        <a:p>
          <a:pPr marL="114300" lvl="1" indent="-114300" algn="l" defTabSz="622300">
            <a:lnSpc>
              <a:spcPct val="90000"/>
            </a:lnSpc>
            <a:spcBef>
              <a:spcPct val="0"/>
            </a:spcBef>
            <a:spcAft>
              <a:spcPct val="15000"/>
            </a:spcAft>
            <a:buFont typeface="Arial" panose="020B0604020202020204" pitchFamily="34" charset="0"/>
            <a:buChar char="•"/>
          </a:pPr>
          <a:r>
            <a:rPr lang="en"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No folders are supported at the moment</a:t>
          </a:r>
          <a:endParaRPr lang="en-US"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endParaRPr>
        </a:p>
      </dsp:txBody>
      <dsp:txXfrm rot="-5400000">
        <a:off x="3661956" y="221749"/>
        <a:ext cx="7789365" cy="1138802"/>
      </dsp:txXfrm>
    </dsp:sp>
    <dsp:sp modelId="{B37A46E8-73CB-4C03-9C79-44562F49918B}">
      <dsp:nvSpPr>
        <dsp:cNvPr id="0" name=""/>
        <dsp:cNvSpPr/>
      </dsp:nvSpPr>
      <dsp:spPr>
        <a:xfrm>
          <a:off x="754215" y="2390"/>
          <a:ext cx="2907740" cy="1577520"/>
        </a:xfrm>
        <a:prstGeom prst="roundRect">
          <a:avLst/>
        </a:prstGeom>
        <a:solidFill>
          <a:srgbClr val="E97132">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 sz="1600" b="1" kern="1200" dirty="0">
              <a:solidFill>
                <a:sysClr val="window" lastClr="FFFFFF"/>
              </a:solidFill>
              <a:latin typeface="Segoe UI" panose="020B0502040204020203" pitchFamily="34" charset="0"/>
              <a:ea typeface="+mn-ea"/>
              <a:cs typeface="Segoe UI" panose="020B0502040204020203" pitchFamily="34" charset="0"/>
            </a:rPr>
            <a:t>Copilot in OneDrive &amp; AI Actions for SharePoint Sites: # of Files it operates</a:t>
          </a:r>
          <a:endParaRPr lang="en-US" sz="1600" b="1" kern="1200" dirty="0">
            <a:solidFill>
              <a:sysClr val="window" lastClr="FFFFFF"/>
            </a:solidFill>
            <a:latin typeface="Segoe UI" panose="020B0502040204020203" pitchFamily="34" charset="0"/>
            <a:ea typeface="+mn-ea"/>
            <a:cs typeface="Segoe UI" panose="020B0502040204020203" pitchFamily="34" charset="0"/>
          </a:endParaRPr>
        </a:p>
      </dsp:txBody>
      <dsp:txXfrm>
        <a:off x="831223" y="79398"/>
        <a:ext cx="2753724" cy="1423504"/>
      </dsp:txXfrm>
    </dsp:sp>
    <dsp:sp modelId="{8FA3136B-7401-4EAA-B17D-2ED39860EAD0}">
      <dsp:nvSpPr>
        <dsp:cNvPr id="0" name=""/>
        <dsp:cNvSpPr/>
      </dsp:nvSpPr>
      <dsp:spPr>
        <a:xfrm rot="5400000">
          <a:off x="6956433" y="-1477938"/>
          <a:ext cx="1262016" cy="7850972"/>
        </a:xfrm>
        <a:prstGeom prst="round2SameRect">
          <a:avLst/>
        </a:prstGeom>
        <a:solidFill>
          <a:srgbClr val="E97132">
            <a:tint val="40000"/>
            <a:alpha val="90000"/>
            <a:hueOff val="3367359"/>
            <a:satOff val="-31116"/>
            <a:lumOff val="-3508"/>
            <a:alphaOff val="0"/>
          </a:srgbClr>
        </a:solidFill>
        <a:ln w="19050" cap="flat" cmpd="sng" algn="ctr">
          <a:solidFill>
            <a:srgbClr val="E97132">
              <a:tint val="40000"/>
              <a:alpha val="90000"/>
              <a:hueOff val="3367359"/>
              <a:satOff val="-31116"/>
              <a:lumOff val="-3508"/>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77850">
            <a:lnSpc>
              <a:spcPct val="90000"/>
            </a:lnSpc>
            <a:spcBef>
              <a:spcPct val="0"/>
            </a:spcBef>
            <a:spcAft>
              <a:spcPct val="15000"/>
            </a:spcAft>
            <a:buChar char="•"/>
          </a:pPr>
          <a:r>
            <a:rPr lang="en"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Office documents: DOC, DOCX, PPT, PPTX, XLSX</a:t>
          </a:r>
          <a:endParaRPr lang="en-US"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endParaRPr>
        </a:p>
        <a:p>
          <a:pPr marL="114300" lvl="1" indent="-114300" algn="l" defTabSz="577850">
            <a:lnSpc>
              <a:spcPct val="90000"/>
            </a:lnSpc>
            <a:spcBef>
              <a:spcPct val="0"/>
            </a:spcBef>
            <a:spcAft>
              <a:spcPct val="15000"/>
            </a:spcAft>
            <a:buChar char="•"/>
          </a:pPr>
          <a:r>
            <a:rPr lang="en"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Universal formats: PDF, TXT, RTF</a:t>
          </a:r>
          <a:endParaRPr lang="en-US"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endParaRPr>
        </a:p>
        <a:p>
          <a:pPr marL="114300" lvl="1" indent="-114300" algn="l" defTabSz="577850">
            <a:lnSpc>
              <a:spcPct val="90000"/>
            </a:lnSpc>
            <a:spcBef>
              <a:spcPct val="0"/>
            </a:spcBef>
            <a:spcAft>
              <a:spcPct val="15000"/>
            </a:spcAft>
            <a:buChar char="•"/>
          </a:pPr>
          <a:r>
            <a:rPr lang="en-US" sz="1300" kern="1200" noProof="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Other file types: Images, OneNote, Meetings Recordings</a:t>
          </a:r>
        </a:p>
        <a:p>
          <a:pPr marL="114300" lvl="1" indent="-114300" algn="l" defTabSz="577850">
            <a:lnSpc>
              <a:spcPct val="90000"/>
            </a:lnSpc>
            <a:spcBef>
              <a:spcPct val="0"/>
            </a:spcBef>
            <a:spcAft>
              <a:spcPct val="15000"/>
            </a:spcAft>
            <a:buChar char="•"/>
          </a:pPr>
          <a:r>
            <a:rPr lang="en"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Web Files: ASPX, HTM, HTML</a:t>
          </a:r>
          <a:endParaRPr lang="en-US"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endParaRPr>
        </a:p>
        <a:p>
          <a:pPr marL="114300" lvl="1" indent="-114300" algn="l" defTabSz="577850">
            <a:lnSpc>
              <a:spcPct val="90000"/>
            </a:lnSpc>
            <a:spcBef>
              <a:spcPct val="0"/>
            </a:spcBef>
            <a:spcAft>
              <a:spcPct val="15000"/>
            </a:spcAft>
            <a:buChar char="•"/>
          </a:pPr>
          <a:r>
            <a:rPr lang="en"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OpenDocument formatted documents: ODT, ODP</a:t>
          </a:r>
          <a:endParaRPr lang="en-US"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endParaRPr>
        </a:p>
      </dsp:txBody>
      <dsp:txXfrm rot="-5400000">
        <a:off x="3661956" y="1878146"/>
        <a:ext cx="7789365" cy="1138802"/>
      </dsp:txXfrm>
    </dsp:sp>
    <dsp:sp modelId="{CE2B7249-3492-41D9-9F44-A443BDAD6D7A}">
      <dsp:nvSpPr>
        <dsp:cNvPr id="0" name=""/>
        <dsp:cNvSpPr/>
      </dsp:nvSpPr>
      <dsp:spPr>
        <a:xfrm>
          <a:off x="754215" y="1658787"/>
          <a:ext cx="2907740" cy="1577520"/>
        </a:xfrm>
        <a:prstGeom prst="roundRect">
          <a:avLst/>
        </a:prstGeom>
        <a:solidFill>
          <a:srgbClr val="E97132">
            <a:hueOff val="3221807"/>
            <a:satOff val="-9246"/>
            <a:lumOff val="-14805"/>
            <a:alphaOff val="0"/>
          </a:srgb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 sz="1600" b="1" kern="1200" dirty="0">
              <a:solidFill>
                <a:sysClr val="window" lastClr="FFFFFF"/>
              </a:solidFill>
              <a:latin typeface="Segoe UI" panose="020B0502040204020203" pitchFamily="34" charset="0"/>
              <a:ea typeface="+mn-ea"/>
              <a:cs typeface="Segoe UI" panose="020B0502040204020203" pitchFamily="34" charset="0"/>
            </a:rPr>
            <a:t>Supported File Types</a:t>
          </a:r>
          <a:endParaRPr lang="en-US" sz="1600" b="1" kern="1200" dirty="0">
            <a:solidFill>
              <a:sysClr val="window" lastClr="FFFFFF"/>
            </a:solidFill>
            <a:latin typeface="Segoe UI" panose="020B0502040204020203" pitchFamily="34" charset="0"/>
            <a:ea typeface="+mn-ea"/>
            <a:cs typeface="Segoe UI" panose="020B0502040204020203" pitchFamily="34" charset="0"/>
          </a:endParaRPr>
        </a:p>
      </dsp:txBody>
      <dsp:txXfrm>
        <a:off x="831223" y="1735795"/>
        <a:ext cx="2753724" cy="1423504"/>
      </dsp:txXfrm>
    </dsp:sp>
    <dsp:sp modelId="{A5B893BA-8848-480C-92BF-68912D3BD0B0}">
      <dsp:nvSpPr>
        <dsp:cNvPr id="0" name=""/>
        <dsp:cNvSpPr/>
      </dsp:nvSpPr>
      <dsp:spPr>
        <a:xfrm rot="5400000">
          <a:off x="6951575" y="178458"/>
          <a:ext cx="1262016" cy="7850972"/>
        </a:xfrm>
        <a:prstGeom prst="round2SameRect">
          <a:avLst/>
        </a:prstGeom>
        <a:solidFill>
          <a:srgbClr val="E97132">
            <a:tint val="40000"/>
            <a:alpha val="90000"/>
            <a:hueOff val="6734718"/>
            <a:satOff val="-62232"/>
            <a:lumOff val="-7015"/>
            <a:alphaOff val="0"/>
          </a:srgbClr>
        </a:solidFill>
        <a:ln w="19050" cap="flat" cmpd="sng" algn="ctr">
          <a:solidFill>
            <a:srgbClr val="E97132">
              <a:tint val="40000"/>
              <a:alpha val="90000"/>
              <a:hueOff val="6734718"/>
              <a:satOff val="-62232"/>
              <a:lumOff val="-7015"/>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77850">
            <a:lnSpc>
              <a:spcPct val="90000"/>
            </a:lnSpc>
            <a:spcBef>
              <a:spcPct val="0"/>
            </a:spcBef>
            <a:spcAft>
              <a:spcPct val="15000"/>
            </a:spcAft>
            <a:buChar char="•"/>
          </a:pPr>
          <a:r>
            <a:rPr lang="en"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Similar limits we know for SharePoint Agents:</a:t>
          </a:r>
          <a:endParaRPr lang="en-US"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endParaRPr>
        </a:p>
        <a:p>
          <a:pPr marL="228600" lvl="2" indent="-114300" algn="l" defTabSz="577850">
            <a:lnSpc>
              <a:spcPct val="90000"/>
            </a:lnSpc>
            <a:spcBef>
              <a:spcPct val="0"/>
            </a:spcBef>
            <a:spcAft>
              <a:spcPct val="15000"/>
            </a:spcAft>
            <a:buFont typeface="Wingdings" panose="05000000000000000000" pitchFamily="2" charset="2"/>
            <a:buChar char="§"/>
          </a:pPr>
          <a:r>
            <a:rPr lang="en"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rPr>
            <a:t>20 source items: Folders, Files	</a:t>
          </a:r>
          <a:endParaRPr lang="en-US" sz="1300" kern="1200" dirty="0">
            <a:solidFill>
              <a:sysClr val="windowText" lastClr="000000">
                <a:hueOff val="0"/>
                <a:satOff val="0"/>
                <a:lumOff val="0"/>
                <a:alphaOff val="0"/>
              </a:sysClr>
            </a:solidFill>
            <a:latin typeface="Segoe UI" panose="020B0502040204020203" pitchFamily="34" charset="0"/>
            <a:ea typeface="+mn-ea"/>
            <a:cs typeface="Segoe UI" panose="020B0502040204020203" pitchFamily="34" charset="0"/>
          </a:endParaRPr>
        </a:p>
      </dsp:txBody>
      <dsp:txXfrm rot="-5400000">
        <a:off x="3657098" y="3534543"/>
        <a:ext cx="7789365" cy="1138802"/>
      </dsp:txXfrm>
    </dsp:sp>
    <dsp:sp modelId="{8AD38B7E-DD45-4353-BBD7-E64AA812EF2F}">
      <dsp:nvSpPr>
        <dsp:cNvPr id="0" name=""/>
        <dsp:cNvSpPr/>
      </dsp:nvSpPr>
      <dsp:spPr>
        <a:xfrm>
          <a:off x="754215" y="3315183"/>
          <a:ext cx="2902882" cy="1577520"/>
        </a:xfrm>
        <a:prstGeom prst="roundRect">
          <a:avLst/>
        </a:prstGeom>
        <a:solidFill>
          <a:srgbClr val="E97132">
            <a:hueOff val="6443614"/>
            <a:satOff val="-18493"/>
            <a:lumOff val="-29609"/>
            <a:alphaOff val="0"/>
          </a:srgb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 sz="1600" b="1" kern="1200" dirty="0">
              <a:solidFill>
                <a:sysClr val="window" lastClr="FFFFFF"/>
              </a:solidFill>
              <a:latin typeface="Segoe UI" panose="020B0502040204020203" pitchFamily="34" charset="0"/>
              <a:ea typeface="+mn-ea"/>
              <a:cs typeface="Segoe UI" panose="020B0502040204020203" pitchFamily="34" charset="0"/>
            </a:rPr>
            <a:t>Copilot Agents for OneDrive limits</a:t>
          </a:r>
          <a:endParaRPr lang="en-US" sz="1600" b="1" kern="1200" dirty="0">
            <a:solidFill>
              <a:sysClr val="window" lastClr="FFFFFF"/>
            </a:solidFill>
            <a:latin typeface="Segoe UI" panose="020B0502040204020203" pitchFamily="34" charset="0"/>
            <a:ea typeface="+mn-ea"/>
            <a:cs typeface="Segoe UI" panose="020B0502040204020203" pitchFamily="34" charset="0"/>
          </a:endParaRPr>
        </a:p>
      </dsp:txBody>
      <dsp:txXfrm>
        <a:off x="831223" y="3392191"/>
        <a:ext cx="2748866" cy="1423504"/>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4B6E99-AD27-42EB-B26E-33EE60F9E699}" type="datetimeFigureOut">
              <a:rPr lang="en-US" smtClean="0"/>
              <a:t>1/20/2026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EE54CC-9E98-4C00-870E-B3ADD81613B8}" type="slidenum">
              <a:rPr lang="en-US" smtClean="0"/>
              <a:t>‹#›</a:t>
            </a:fld>
            <a:endParaRPr lang="en-US"/>
          </a:p>
        </p:txBody>
      </p:sp>
    </p:spTree>
    <p:extLst>
      <p:ext uri="{BB962C8B-B14F-4D97-AF65-F5344CB8AC3E}">
        <p14:creationId xmlns:p14="http://schemas.microsoft.com/office/powerpoint/2010/main" val="92893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kern="1200" dirty="0">
                <a:solidFill>
                  <a:schemeClr val="tx1"/>
                </a:solidFill>
                <a:effectLst/>
                <a:latin typeface="+mn-lt"/>
                <a:ea typeface="+mn-ea"/>
                <a:cs typeface="+mn-cs"/>
              </a:rPr>
              <a:t>Copilot in SharePoint &amp; OneDrive: The path toward efficient and intelligent document management</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57205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411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SharePoint + OneDrive and Their Key Role in Microsoft 365 </a:t>
            </a:r>
          </a:p>
          <a:p>
            <a:r>
              <a:rPr lang="en-US" b="0" dirty="0"/>
              <a:t>Copilot in SharePoint (aka AI Actions) + Copilot in OneDrive: Use Cases </a:t>
            </a:r>
          </a:p>
          <a:p>
            <a:r>
              <a:rPr lang="en-US" b="0" dirty="0"/>
              <a:t>Copilot in OneDrive for Business </a:t>
            </a:r>
          </a:p>
          <a:p>
            <a:r>
              <a:rPr lang="en-US" b="0" dirty="0"/>
              <a:t>AI Actions for SharePoint Sites</a:t>
            </a:r>
          </a:p>
          <a:p>
            <a:pPr marL="0" indent="0" algn="l" defTabSz="914400" rtl="0" eaLnBrk="1" latinLnBrk="0" hangingPunct="1">
              <a:buFont typeface="Arial" panose="020B0604020202020204" pitchFamily="34" charset="0"/>
              <a:buNone/>
              <a:defRPr/>
            </a:pPr>
            <a:r>
              <a:rPr lang="en-US" sz="1200" b="0" kern="1200" dirty="0">
                <a:solidFill>
                  <a:schemeClr val="tx1"/>
                </a:solidFill>
                <a:latin typeface="+mn-lt"/>
                <a:ea typeface="+mn-ea"/>
                <a:cs typeface="+mn-cs"/>
              </a:rPr>
              <a:t>Prerequisites Copilot in OneDrive for Business &amp; AI Actions for SharePoint Sites</a:t>
            </a:r>
          </a:p>
          <a:p>
            <a:r>
              <a:rPr lang="en-US" sz="1200" b="0" dirty="0">
                <a:solidFill>
                  <a:prstClr val="white"/>
                </a:solidFill>
                <a:latin typeface="Segoe UI Semibold" panose="020B0702040204020203" pitchFamily="34" charset="0"/>
                <a:cs typeface="Segoe UI Semibold" panose="020B0702040204020203" pitchFamily="34" charset="0"/>
              </a:rPr>
              <a:t>Copilot in OneDrive &amp; AI Actions for SharePoint Sites limits</a:t>
            </a:r>
          </a:p>
          <a:p>
            <a:r>
              <a:rPr lang="en-US" b="0" dirty="0"/>
              <a:t>Roadmap </a:t>
            </a:r>
          </a:p>
          <a:p>
            <a:r>
              <a:rPr lang="en-US" b="0" dirty="0"/>
              <a:t>Conclusions &amp; References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93949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0915E-D4DB-131C-69A4-533D3F345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711E7-87E3-870E-8CE5-C053D40A05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5149B0-139E-0424-2221-57FC69B51681}"/>
              </a:ext>
            </a:extLst>
          </p:cNvPr>
          <p:cNvSpPr>
            <a:spLocks noGrp="1"/>
          </p:cNvSpPr>
          <p:nvPr>
            <p:ph type="body" idx="1"/>
          </p:nvPr>
        </p:nvSpPr>
        <p:spPr/>
        <p:txBody>
          <a:bodyPr/>
          <a:lstStyle/>
          <a:p>
            <a:r>
              <a:rPr lang="en-US" b="1" dirty="0"/>
              <a:t>SharePoint + OneDrive and Their Key Role in Microsoft 365</a:t>
            </a:r>
            <a:r>
              <a:rPr lang="en-US" dirty="0"/>
              <a:t> </a:t>
            </a:r>
          </a:p>
          <a:p>
            <a:r>
              <a:rPr lang="en-US" b="1" dirty="0"/>
              <a:t>Copilot in SharePoint (aka AI Actions) + Copilot in OneDrive: Use Cases</a:t>
            </a:r>
            <a:r>
              <a:rPr lang="en-US" dirty="0"/>
              <a:t> </a:t>
            </a:r>
          </a:p>
          <a:p>
            <a:r>
              <a:rPr lang="en-US" b="1" dirty="0"/>
              <a:t>Copilot in OneDrive for Business</a:t>
            </a:r>
            <a:r>
              <a:rPr lang="en-US" dirty="0"/>
              <a:t> </a:t>
            </a:r>
          </a:p>
          <a:p>
            <a:r>
              <a:rPr lang="en-US" b="1" dirty="0"/>
              <a:t>AI Actions for SharePoint Sites</a:t>
            </a:r>
          </a:p>
          <a:p>
            <a:pPr marL="0" indent="0" algn="l" defTabSz="914400" rtl="0" eaLnBrk="1" latinLnBrk="0" hangingPunct="1">
              <a:buFont typeface="Arial" panose="020B0604020202020204" pitchFamily="34" charset="0"/>
              <a:buNone/>
              <a:defRPr/>
            </a:pPr>
            <a:r>
              <a:rPr lang="en-US" sz="1200" b="1" kern="1200" dirty="0">
                <a:solidFill>
                  <a:schemeClr val="tx1"/>
                </a:solidFill>
                <a:latin typeface="+mn-lt"/>
                <a:ea typeface="+mn-ea"/>
                <a:cs typeface="+mn-cs"/>
              </a:rPr>
              <a:t>Prerequisites Copilot in OneDrive for Business &amp; AI Actions for SharePoint Sites</a:t>
            </a:r>
          </a:p>
          <a:p>
            <a:r>
              <a:rPr lang="en-US" sz="1200" dirty="0">
                <a:solidFill>
                  <a:prstClr val="white"/>
                </a:solidFill>
                <a:latin typeface="Segoe UI Semibold" panose="020B0702040204020203" pitchFamily="34" charset="0"/>
                <a:cs typeface="Segoe UI Semibold" panose="020B0702040204020203" pitchFamily="34" charset="0"/>
              </a:rPr>
              <a:t>Copilot in OneDrive for Business &amp; AI Actions for SharePoint Sites limits</a:t>
            </a:r>
          </a:p>
          <a:p>
            <a:r>
              <a:rPr lang="en-US" b="1" dirty="0"/>
              <a:t>Roadmap </a:t>
            </a:r>
          </a:p>
          <a:p>
            <a:r>
              <a:rPr lang="en-US" b="1" dirty="0"/>
              <a:t>Conclusions &amp; References</a:t>
            </a:r>
            <a:endParaRPr lang="en-US" dirty="0"/>
          </a:p>
          <a:p>
            <a:endParaRPr lang="en-US" dirty="0"/>
          </a:p>
        </p:txBody>
      </p:sp>
      <p:sp>
        <p:nvSpPr>
          <p:cNvPr id="4" name="Slide Number Placeholder 3">
            <a:extLst>
              <a:ext uri="{FF2B5EF4-FFF2-40B4-BE49-F238E27FC236}">
                <a16:creationId xmlns:a16="http://schemas.microsoft.com/office/drawing/2014/main" id="{1BC76B4A-563C-26DD-8858-EA31DC9B64C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714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80459-CF19-6092-EBE0-50E0B7543E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68467-6B18-55F5-23FE-3F662AAC89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4085DB-76B9-F6F2-23E9-ED5926C8793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a:extLst>
              <a:ext uri="{FF2B5EF4-FFF2-40B4-BE49-F238E27FC236}">
                <a16:creationId xmlns:a16="http://schemas.microsoft.com/office/drawing/2014/main" id="{CC6AF70C-2E2A-F278-945D-8CCF7E780E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053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6012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80C1D-AC7B-C5CB-1FC7-7BD3BD5135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2A5390-B6A3-44A0-8E20-D1D09E6F24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A8ED10-87FF-DCA0-644F-FAD0CCF24859}"/>
              </a:ext>
            </a:extLst>
          </p:cNvPr>
          <p:cNvSpPr>
            <a:spLocks noGrp="1"/>
          </p:cNvSpPr>
          <p:nvPr>
            <p:ph type="body" idx="1"/>
          </p:nvPr>
        </p:nvSpPr>
        <p:spPr/>
        <p:txBody>
          <a:bodyPr/>
          <a:lstStyle/>
          <a:p>
            <a:r>
              <a:rPr lang="en-US" b="0" dirty="0"/>
              <a:t>SharePoint + OneDrive and Their Key Role in Microsoft 365 </a:t>
            </a:r>
          </a:p>
          <a:p>
            <a:r>
              <a:rPr lang="en-US" b="0" dirty="0"/>
              <a:t>Copilot in SharePoint (aka AI Actions) + Copilot in OneDrive: Use Cases </a:t>
            </a:r>
          </a:p>
          <a:p>
            <a:r>
              <a:rPr lang="en-US" b="0" dirty="0"/>
              <a:t>Copilot in OneDrive for Business </a:t>
            </a:r>
          </a:p>
          <a:p>
            <a:r>
              <a:rPr lang="en-US" b="0" dirty="0"/>
              <a:t>AI Actions for SharePoint Sites</a:t>
            </a:r>
          </a:p>
          <a:p>
            <a:pPr marL="0" indent="0" algn="l" defTabSz="914400" rtl="0" eaLnBrk="1" latinLnBrk="0" hangingPunct="1">
              <a:buFont typeface="Arial" panose="020B0604020202020204" pitchFamily="34" charset="0"/>
              <a:buNone/>
              <a:defRPr/>
            </a:pPr>
            <a:r>
              <a:rPr lang="en-US" sz="1200" b="0" kern="1200" dirty="0">
                <a:solidFill>
                  <a:schemeClr val="tx1"/>
                </a:solidFill>
                <a:latin typeface="+mn-lt"/>
                <a:ea typeface="+mn-ea"/>
                <a:cs typeface="+mn-cs"/>
              </a:rPr>
              <a:t>Prerequisites Copilot in OneDrive for Business &amp; AI Actions for SharePoint Sites</a:t>
            </a:r>
          </a:p>
          <a:p>
            <a:r>
              <a:rPr lang="en-US" sz="1200" b="0" dirty="0">
                <a:solidFill>
                  <a:prstClr val="white"/>
                </a:solidFill>
                <a:latin typeface="Segoe UI Semibold" panose="020B0702040204020203" pitchFamily="34" charset="0"/>
                <a:cs typeface="Segoe UI Semibold" panose="020B0702040204020203" pitchFamily="34" charset="0"/>
              </a:rPr>
              <a:t>Copilot in OneDrive &amp; AI Actions for SharePoint Sites limits</a:t>
            </a:r>
          </a:p>
          <a:p>
            <a:r>
              <a:rPr lang="en-US" b="0" dirty="0"/>
              <a:t>Roadmap </a:t>
            </a:r>
          </a:p>
          <a:p>
            <a:r>
              <a:rPr lang="en-US" b="0" dirty="0"/>
              <a:t>Conclusions &amp; References</a:t>
            </a:r>
          </a:p>
          <a:p>
            <a:endParaRPr lang="en-US" dirty="0"/>
          </a:p>
        </p:txBody>
      </p:sp>
      <p:sp>
        <p:nvSpPr>
          <p:cNvPr id="4" name="Slide Number Placeholder 3">
            <a:extLst>
              <a:ext uri="{FF2B5EF4-FFF2-40B4-BE49-F238E27FC236}">
                <a16:creationId xmlns:a16="http://schemas.microsoft.com/office/drawing/2014/main" id="{B7030B9B-4C6F-D498-5D67-11A02C754B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896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E4CD2-89CD-175B-639D-0EBD0B659E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8D5503-3C7A-D25E-246A-8CF451CC2C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B2B0F7-B1DF-27C3-270B-2C03E980D0EB}"/>
              </a:ext>
            </a:extLst>
          </p:cNvPr>
          <p:cNvSpPr>
            <a:spLocks noGrp="1"/>
          </p:cNvSpPr>
          <p:nvPr>
            <p:ph type="body" idx="1"/>
          </p:nvPr>
        </p:nvSpPr>
        <p:spPr/>
        <p:txBody>
          <a:bodyPr/>
          <a:lstStyle/>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Ask questions on information in your files and Copilot will give you answers directly in chat. Now you don't need to search and open files to get what you're looking for, simply ask Copilot and get answers.</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Copilot can help you catch up on multiple files by quickly summarizing them. Need to get the main points of an 80-page PDF report before a meeting? Just ask Copilot!</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Reference existing files in your OneDrive to get Copilot's help on things like preparing FAQs, recommendations on improving a file for an executive meeting, or comparing the main differences between two documents.</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Copilot is also great at helping you compare the differences between two or more files. You can ask Copilot to create a table or a text summary of two or more files without having to open and close your files.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a:extLst>
              <a:ext uri="{FF2B5EF4-FFF2-40B4-BE49-F238E27FC236}">
                <a16:creationId xmlns:a16="http://schemas.microsoft.com/office/drawing/2014/main" id="{5E59A7A2-29C3-2B01-C970-1CEB2D5B786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7598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3BFC6-A7D7-1B51-51BD-96A678A850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48CC52-9540-81AA-A3EC-9A24EC54C8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C0CDD2-3846-1B43-98C5-AF306AB551F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a:extLst>
              <a:ext uri="{FF2B5EF4-FFF2-40B4-BE49-F238E27FC236}">
                <a16:creationId xmlns:a16="http://schemas.microsoft.com/office/drawing/2014/main" id="{8C2E74B8-6F3D-3564-85B5-95B849C2D3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85968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13F69-2A90-AB0B-58EB-BC7F9E2468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9D621C-C998-1A6D-F872-FDF4812C6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EDF453-F0BA-3C0F-9CD5-43E1D5E93EBD}"/>
              </a:ext>
            </a:extLst>
          </p:cNvPr>
          <p:cNvSpPr>
            <a:spLocks noGrp="1"/>
          </p:cNvSpPr>
          <p:nvPr>
            <p:ph type="body" idx="1"/>
          </p:nvPr>
        </p:nvSpPr>
        <p:spPr/>
        <p:txBody>
          <a:bodyPr/>
          <a:lstStyle/>
          <a:p>
            <a:r>
              <a:rPr lang="en-US" b="0" dirty="0"/>
              <a:t>SharePoint + OneDrive and Their Key Role in Microsoft 365 </a:t>
            </a:r>
          </a:p>
          <a:p>
            <a:r>
              <a:rPr lang="en-US" b="0" dirty="0"/>
              <a:t>Copilot in SharePoint (aka AI Actions) + Copilot in OneDrive: Use Cases </a:t>
            </a:r>
          </a:p>
          <a:p>
            <a:r>
              <a:rPr lang="en-US" b="0" dirty="0"/>
              <a:t>Copilot in OneDrive for Business </a:t>
            </a:r>
          </a:p>
          <a:p>
            <a:r>
              <a:rPr lang="en-US" b="0" dirty="0"/>
              <a:t>AI Actions for SharePoint Sites</a:t>
            </a:r>
          </a:p>
          <a:p>
            <a:pPr marL="0" indent="0" algn="l" defTabSz="914400" rtl="0" eaLnBrk="1" latinLnBrk="0" hangingPunct="1">
              <a:buFont typeface="Arial" panose="020B0604020202020204" pitchFamily="34" charset="0"/>
              <a:buNone/>
              <a:defRPr/>
            </a:pPr>
            <a:r>
              <a:rPr lang="en-US" sz="1200" b="0" kern="1200" dirty="0">
                <a:solidFill>
                  <a:schemeClr val="tx1"/>
                </a:solidFill>
                <a:latin typeface="+mn-lt"/>
                <a:ea typeface="+mn-ea"/>
                <a:cs typeface="+mn-cs"/>
              </a:rPr>
              <a:t>Prerequisites Copilot in OneDrive for Business &amp; AI Actions for SharePoint Sites</a:t>
            </a:r>
          </a:p>
          <a:p>
            <a:r>
              <a:rPr lang="en-US" sz="1200" b="0" dirty="0">
                <a:solidFill>
                  <a:prstClr val="white"/>
                </a:solidFill>
                <a:latin typeface="Segoe UI Semibold" panose="020B0702040204020203" pitchFamily="34" charset="0"/>
                <a:cs typeface="Segoe UI Semibold" panose="020B0702040204020203" pitchFamily="34" charset="0"/>
              </a:rPr>
              <a:t>Copilot in OneDrive &amp; AI Actions for SharePoint Sites limits</a:t>
            </a:r>
          </a:p>
          <a:p>
            <a:r>
              <a:rPr lang="en-US" b="0" dirty="0"/>
              <a:t>Roadmap </a:t>
            </a:r>
          </a:p>
          <a:p>
            <a:r>
              <a:rPr lang="en-US" b="0" dirty="0"/>
              <a:t>Conclusions &amp; References</a:t>
            </a:r>
          </a:p>
          <a:p>
            <a:endParaRPr lang="en-US" dirty="0"/>
          </a:p>
        </p:txBody>
      </p:sp>
      <p:sp>
        <p:nvSpPr>
          <p:cNvPr id="4" name="Slide Number Placeholder 3">
            <a:extLst>
              <a:ext uri="{FF2B5EF4-FFF2-40B4-BE49-F238E27FC236}">
                <a16:creationId xmlns:a16="http://schemas.microsoft.com/office/drawing/2014/main" id="{8C283C1F-D7EF-DCBA-7F54-1E56F907764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01496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A82D6-4091-6C8F-B833-6477C1241E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12C23A-E78F-B448-225D-C54478C986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5DA40-C407-AB50-1BEC-C77074A83C1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a:extLst>
              <a:ext uri="{FF2B5EF4-FFF2-40B4-BE49-F238E27FC236}">
                <a16:creationId xmlns:a16="http://schemas.microsoft.com/office/drawing/2014/main" id="{FEC6EDB8-8CC7-BD15-9918-8A19E2F309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704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s-ES" dirty="0" err="1"/>
              <a:t>Copilot</a:t>
            </a:r>
            <a:r>
              <a:rPr lang="es-ES" dirty="0"/>
              <a:t> </a:t>
            </a:r>
            <a:r>
              <a:rPr lang="es-ES" dirty="0" err="1"/>
              <a:t>Button</a:t>
            </a:r>
            <a:r>
              <a:rPr lang="es-ES" dirty="0"/>
              <a:t> in OneDrive</a:t>
            </a:r>
          </a:p>
          <a:p>
            <a:pPr marL="171450" indent="-171450">
              <a:buFont typeface="Arial" panose="020B0604020202020204" pitchFamily="34" charset="0"/>
              <a:buChar char="•"/>
            </a:pPr>
            <a:r>
              <a:rPr lang="es-ES" dirty="0" err="1"/>
              <a:t>Copilot</a:t>
            </a:r>
            <a:r>
              <a:rPr lang="es-ES" dirty="0"/>
              <a:t> in OneDrive </a:t>
            </a:r>
            <a:r>
              <a:rPr lang="es-ES" dirty="0" err="1"/>
              <a:t>for</a:t>
            </a:r>
            <a:r>
              <a:rPr lang="es-ES" dirty="0"/>
              <a:t> Business</a:t>
            </a:r>
          </a:p>
          <a:p>
            <a:pPr marL="171450" indent="-171450">
              <a:buFont typeface="Arial" panose="020B0604020202020204" pitchFamily="34" charset="0"/>
              <a:buChar char="•"/>
            </a:pPr>
            <a:r>
              <a:rPr lang="es-ES" dirty="0" err="1"/>
              <a:t>Copilot</a:t>
            </a:r>
            <a:r>
              <a:rPr lang="es-ES" dirty="0"/>
              <a:t> </a:t>
            </a:r>
            <a:r>
              <a:rPr lang="es-ES" dirty="0" err="1"/>
              <a:t>button</a:t>
            </a:r>
            <a:r>
              <a:rPr lang="es-ES" dirty="0"/>
              <a:t> in </a:t>
            </a:r>
            <a:r>
              <a:rPr lang="es-ES" dirty="0" err="1"/>
              <a:t>the</a:t>
            </a:r>
            <a:r>
              <a:rPr lang="es-ES" dirty="0"/>
              <a:t> Microsoft 365 Universal File </a:t>
            </a:r>
            <a:r>
              <a:rPr lang="es-ES" dirty="0" err="1"/>
              <a:t>Viewer</a:t>
            </a:r>
            <a:endParaRPr lang="es-ES" dirty="0"/>
          </a:p>
          <a:p>
            <a:pPr marL="171450" indent="-171450">
              <a:buFont typeface="Arial" panose="020B0604020202020204" pitchFamily="34" charset="0"/>
              <a:buChar char="•"/>
            </a:pPr>
            <a:r>
              <a:rPr lang="es-ES" dirty="0" err="1"/>
              <a:t>Copilot</a:t>
            </a:r>
            <a:r>
              <a:rPr lang="es-ES" dirty="0"/>
              <a:t> </a:t>
            </a:r>
            <a:r>
              <a:rPr lang="es-ES" dirty="0" err="1"/>
              <a:t>when</a:t>
            </a:r>
            <a:r>
              <a:rPr lang="es-ES" dirty="0"/>
              <a:t> </a:t>
            </a:r>
            <a:r>
              <a:rPr lang="es-ES" dirty="0" err="1"/>
              <a:t>sharing</a:t>
            </a:r>
            <a:r>
              <a:rPr lang="es-ES" dirty="0"/>
              <a:t> file</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11852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D666D-D650-EE53-B2D3-43E048DB77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DAEDC-76FF-58F9-7E77-26BAFEAE3B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A72E5F-C4EA-5351-01C6-63BCAFC1295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a:extLst>
              <a:ext uri="{FF2B5EF4-FFF2-40B4-BE49-F238E27FC236}">
                <a16:creationId xmlns:a16="http://schemas.microsoft.com/office/drawing/2014/main" id="{8B0B140F-A950-883A-FFF9-DA2A84564C6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64798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958CE-5059-06CC-68D5-D5EC7E3B81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3D44DC-8A90-DD2A-2293-5892600AC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C617E8-E312-E1B0-7E30-27E3DC0AD81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a:extLst>
              <a:ext uri="{FF2B5EF4-FFF2-40B4-BE49-F238E27FC236}">
                <a16:creationId xmlns:a16="http://schemas.microsoft.com/office/drawing/2014/main" id="{7BA0DDD0-5C87-E461-48E0-465C732AC1E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57426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28A76-3721-8F65-D79F-A3D50CCB71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FE5460-159D-FC52-8E0E-9851AC5052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389C3-E2CE-D7E9-7CA7-E752CDE5123B}"/>
              </a:ext>
            </a:extLst>
          </p:cNvPr>
          <p:cNvSpPr>
            <a:spLocks noGrp="1"/>
          </p:cNvSpPr>
          <p:nvPr>
            <p:ph type="body" idx="1"/>
          </p:nvPr>
        </p:nvSpPr>
        <p:spPr/>
        <p:txBody>
          <a:bodyPr/>
          <a:lstStyle/>
          <a:p>
            <a:pPr marL="171450" indent="-171450">
              <a:buFont typeface="Arial" panose="020B0604020202020204" pitchFamily="34" charset="0"/>
              <a:buChar char="•"/>
            </a:pPr>
            <a:r>
              <a:rPr lang="es-ES" dirty="0" err="1"/>
              <a:t>Create</a:t>
            </a:r>
            <a:r>
              <a:rPr lang="es-ES" dirty="0"/>
              <a:t> </a:t>
            </a:r>
            <a:r>
              <a:rPr lang="es-ES" dirty="0" err="1"/>
              <a:t>an</a:t>
            </a:r>
            <a:r>
              <a:rPr lang="es-ES" dirty="0"/>
              <a:t> </a:t>
            </a:r>
            <a:r>
              <a:rPr lang="es-ES" dirty="0" err="1"/>
              <a:t>Agent</a:t>
            </a:r>
            <a:r>
              <a:rPr lang="es-ES" dirty="0"/>
              <a:t> in OneDrive </a:t>
            </a:r>
            <a:r>
              <a:rPr lang="es-ES" dirty="0" err="1"/>
              <a:t>for</a:t>
            </a:r>
            <a:r>
              <a:rPr lang="es-ES" dirty="0"/>
              <a:t> Business</a:t>
            </a:r>
            <a:endParaRPr lang="en-US" dirty="0"/>
          </a:p>
        </p:txBody>
      </p:sp>
      <p:sp>
        <p:nvSpPr>
          <p:cNvPr id="4" name="Slide Number Placeholder 3">
            <a:extLst>
              <a:ext uri="{FF2B5EF4-FFF2-40B4-BE49-F238E27FC236}">
                <a16:creationId xmlns:a16="http://schemas.microsoft.com/office/drawing/2014/main" id="{E6D4ED81-CE28-3787-E2E5-B94BC261147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797443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95F56-321E-4194-AD77-AA0F89238D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1AD132-9AC3-9DD6-1E65-98A6513AE1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275EBA-E9EA-8F28-5749-63E2A3B844AC}"/>
              </a:ext>
            </a:extLst>
          </p:cNvPr>
          <p:cNvSpPr>
            <a:spLocks noGrp="1"/>
          </p:cNvSpPr>
          <p:nvPr>
            <p:ph type="body" idx="1"/>
          </p:nvPr>
        </p:nvSpPr>
        <p:spPr/>
        <p:txBody>
          <a:bodyPr/>
          <a:lstStyle/>
          <a:p>
            <a:r>
              <a:rPr lang="en-US" b="0" dirty="0"/>
              <a:t>SharePoint + OneDrive and Their Key Role in Microsoft 365 </a:t>
            </a:r>
          </a:p>
          <a:p>
            <a:r>
              <a:rPr lang="en-US" b="0" dirty="0"/>
              <a:t>Copilot in SharePoint (aka AI Actions) + Copilot in OneDrive: Use Cases </a:t>
            </a:r>
          </a:p>
          <a:p>
            <a:r>
              <a:rPr lang="en-US" b="0" dirty="0"/>
              <a:t>Copilot in OneDrive for Business </a:t>
            </a:r>
          </a:p>
          <a:p>
            <a:r>
              <a:rPr lang="en-US" b="0" dirty="0"/>
              <a:t>AI Actions for SharePoint Sites</a:t>
            </a:r>
          </a:p>
          <a:p>
            <a:pPr marL="0" indent="0" algn="l" defTabSz="914400" rtl="0" eaLnBrk="1" latinLnBrk="0" hangingPunct="1">
              <a:buFont typeface="Arial" panose="020B0604020202020204" pitchFamily="34" charset="0"/>
              <a:buNone/>
              <a:defRPr/>
            </a:pPr>
            <a:r>
              <a:rPr lang="en-US" sz="1200" b="0" kern="1200" dirty="0">
                <a:solidFill>
                  <a:schemeClr val="tx1"/>
                </a:solidFill>
                <a:latin typeface="+mn-lt"/>
                <a:ea typeface="+mn-ea"/>
                <a:cs typeface="+mn-cs"/>
              </a:rPr>
              <a:t>Prerequisites Copilot in OneDrive for Business &amp; AI Actions for SharePoint Sites</a:t>
            </a:r>
          </a:p>
          <a:p>
            <a:r>
              <a:rPr lang="en-US" sz="1200" b="0" dirty="0">
                <a:solidFill>
                  <a:prstClr val="white"/>
                </a:solidFill>
                <a:latin typeface="Segoe UI Semibold" panose="020B0702040204020203" pitchFamily="34" charset="0"/>
                <a:cs typeface="Segoe UI Semibold" panose="020B0702040204020203" pitchFamily="34" charset="0"/>
              </a:rPr>
              <a:t>Copilot in OneDrive &amp; AI Actions for SharePoint Sites limits</a:t>
            </a:r>
          </a:p>
          <a:p>
            <a:r>
              <a:rPr lang="en-US" b="0" dirty="0"/>
              <a:t>Roadmap </a:t>
            </a:r>
          </a:p>
          <a:p>
            <a:r>
              <a:rPr lang="en-US" b="0" dirty="0"/>
              <a:t>Conclusions &amp; References</a:t>
            </a:r>
          </a:p>
          <a:p>
            <a:endParaRPr lang="en-US" dirty="0"/>
          </a:p>
        </p:txBody>
      </p:sp>
      <p:sp>
        <p:nvSpPr>
          <p:cNvPr id="4" name="Slide Number Placeholder 3">
            <a:extLst>
              <a:ext uri="{FF2B5EF4-FFF2-40B4-BE49-F238E27FC236}">
                <a16:creationId xmlns:a16="http://schemas.microsoft.com/office/drawing/2014/main" id="{9D341A0B-13C4-D1D3-BA84-D3B72F7287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84267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7B17C-0FB5-95E1-8505-389C61E88F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D131AF-A170-FDFB-347F-6ECE8FE7DF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2EB31B-BA6D-8B11-20CB-CFB6A4F7A55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These actions mirror those currently available in OneDrive and offer enhanced productivity by enabling users to interact with files using natural language prompts.</a:t>
            </a: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a:extLst>
              <a:ext uri="{FF2B5EF4-FFF2-40B4-BE49-F238E27FC236}">
                <a16:creationId xmlns:a16="http://schemas.microsoft.com/office/drawing/2014/main" id="{675AD3FE-8CB9-DF41-53C0-A465A0B2BA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1033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04644-4576-8312-1613-D0107C85B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02DFE-5202-31D5-3F7D-04DAB85D8D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6B3870-B10F-5C3F-8658-A7DA53B59BBB}"/>
              </a:ext>
            </a:extLst>
          </p:cNvPr>
          <p:cNvSpPr>
            <a:spLocks noGrp="1"/>
          </p:cNvSpPr>
          <p:nvPr>
            <p:ph type="body" idx="1"/>
          </p:nvPr>
        </p:nvSpPr>
        <p:spPr/>
        <p:txBody>
          <a:bodyPr/>
          <a:lstStyle/>
          <a:p>
            <a:pPr marL="171450" indent="-171450">
              <a:buFont typeface="Arial" panose="020B0604020202020204" pitchFamily="34" charset="0"/>
              <a:buChar char="•"/>
            </a:pPr>
            <a:r>
              <a:rPr lang="es-ES" dirty="0"/>
              <a:t>AI </a:t>
            </a:r>
            <a:r>
              <a:rPr lang="es-ES" dirty="0" err="1"/>
              <a:t>Actions</a:t>
            </a:r>
            <a:r>
              <a:rPr lang="es-ES" dirty="0"/>
              <a:t> </a:t>
            </a:r>
            <a:r>
              <a:rPr lang="es-ES" dirty="0" err="1"/>
              <a:t>for</a:t>
            </a:r>
            <a:r>
              <a:rPr lang="es-ES" dirty="0"/>
              <a:t> SharePoint Sites</a:t>
            </a:r>
          </a:p>
          <a:p>
            <a:pPr marL="171450" indent="-171450">
              <a:buFont typeface="Arial" panose="020B0604020202020204" pitchFamily="34" charset="0"/>
              <a:buChar char="•"/>
            </a:pPr>
            <a:r>
              <a:rPr lang="es-ES" dirty="0" err="1"/>
              <a:t>Copilot</a:t>
            </a:r>
            <a:r>
              <a:rPr lang="es-ES" dirty="0"/>
              <a:t> </a:t>
            </a:r>
            <a:r>
              <a:rPr lang="es-ES" dirty="0" err="1"/>
              <a:t>button</a:t>
            </a:r>
            <a:r>
              <a:rPr lang="es-ES" dirty="0"/>
              <a:t> in </a:t>
            </a:r>
            <a:r>
              <a:rPr lang="es-ES" dirty="0" err="1"/>
              <a:t>the</a:t>
            </a:r>
            <a:r>
              <a:rPr lang="es-ES" dirty="0"/>
              <a:t> Microsoft 365 Universal File </a:t>
            </a:r>
            <a:r>
              <a:rPr lang="es-ES" dirty="0" err="1"/>
              <a:t>Viewer</a:t>
            </a:r>
            <a:endParaRPr lang="es-ES" dirty="0"/>
          </a:p>
          <a:p>
            <a:pPr marL="171450" indent="-171450">
              <a:buFont typeface="Arial" panose="020B0604020202020204" pitchFamily="34" charset="0"/>
              <a:buChar char="•"/>
            </a:pPr>
            <a:r>
              <a:rPr lang="es-ES" dirty="0" err="1"/>
              <a:t>Copilot</a:t>
            </a:r>
            <a:r>
              <a:rPr lang="es-ES" dirty="0"/>
              <a:t> </a:t>
            </a:r>
            <a:r>
              <a:rPr lang="es-ES" dirty="0" err="1"/>
              <a:t>when</a:t>
            </a:r>
            <a:r>
              <a:rPr lang="es-ES" dirty="0"/>
              <a:t> </a:t>
            </a:r>
            <a:r>
              <a:rPr lang="es-ES" dirty="0" err="1"/>
              <a:t>sharing</a:t>
            </a:r>
            <a:r>
              <a:rPr lang="es-ES" dirty="0"/>
              <a:t> file</a:t>
            </a:r>
            <a:endParaRPr lang="en-US" dirty="0"/>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D2263FA-97BA-4C5B-557C-170023A1CEE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63762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70921-0999-1D14-D552-CD05C81E26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13FAF7-DF6D-45B5-FA65-4959F80203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14C797-5A7C-85D0-C3FE-5FF08A4DFE05}"/>
              </a:ext>
            </a:extLst>
          </p:cNvPr>
          <p:cNvSpPr>
            <a:spLocks noGrp="1"/>
          </p:cNvSpPr>
          <p:nvPr>
            <p:ph type="body" idx="1"/>
          </p:nvPr>
        </p:nvSpPr>
        <p:spPr/>
        <p:txBody>
          <a:bodyPr/>
          <a:lstStyle/>
          <a:p>
            <a:r>
              <a:rPr lang="en-US" b="0" dirty="0"/>
              <a:t>SharePoint + OneDrive and Their Key Role in Microsoft 365 </a:t>
            </a:r>
          </a:p>
          <a:p>
            <a:r>
              <a:rPr lang="en-US" b="0" dirty="0"/>
              <a:t>Copilot in SharePoint (aka AI Actions) + Copilot in OneDrive: Use Cases </a:t>
            </a:r>
          </a:p>
          <a:p>
            <a:r>
              <a:rPr lang="en-US" b="0" dirty="0"/>
              <a:t>Copilot in OneDrive for Business </a:t>
            </a:r>
          </a:p>
          <a:p>
            <a:r>
              <a:rPr lang="en-US" b="0" dirty="0"/>
              <a:t>AI Actions for SharePoint Sites</a:t>
            </a:r>
          </a:p>
          <a:p>
            <a:pPr marL="0" indent="0" algn="l" defTabSz="914400" rtl="0" eaLnBrk="1" latinLnBrk="0" hangingPunct="1">
              <a:buFont typeface="Arial" panose="020B0604020202020204" pitchFamily="34" charset="0"/>
              <a:buNone/>
              <a:defRPr/>
            </a:pPr>
            <a:r>
              <a:rPr lang="en-US" sz="1200" b="0" kern="1200" dirty="0">
                <a:solidFill>
                  <a:schemeClr val="tx1"/>
                </a:solidFill>
                <a:latin typeface="+mn-lt"/>
                <a:ea typeface="+mn-ea"/>
                <a:cs typeface="+mn-cs"/>
              </a:rPr>
              <a:t>Prerequisites Copilot in OneDrive for Business &amp; AI Actions for SharePoint Sites</a:t>
            </a:r>
          </a:p>
          <a:p>
            <a:r>
              <a:rPr lang="en-US" sz="1200" b="0" dirty="0">
                <a:solidFill>
                  <a:prstClr val="white"/>
                </a:solidFill>
                <a:latin typeface="Segoe UI Semibold" panose="020B0702040204020203" pitchFamily="34" charset="0"/>
                <a:cs typeface="Segoe UI Semibold" panose="020B0702040204020203" pitchFamily="34" charset="0"/>
              </a:rPr>
              <a:t>Copilot in OneDrive &amp; AI Actions for SharePoint Sites limits</a:t>
            </a:r>
          </a:p>
          <a:p>
            <a:r>
              <a:rPr lang="en-US" b="0" dirty="0"/>
              <a:t>Roadmap </a:t>
            </a:r>
          </a:p>
          <a:p>
            <a:r>
              <a:rPr lang="en-US" b="0" dirty="0"/>
              <a:t>Conclusions &amp; References</a:t>
            </a:r>
          </a:p>
          <a:p>
            <a:endParaRPr lang="en-US" dirty="0"/>
          </a:p>
        </p:txBody>
      </p:sp>
      <p:sp>
        <p:nvSpPr>
          <p:cNvPr id="4" name="Slide Number Placeholder 3">
            <a:extLst>
              <a:ext uri="{FF2B5EF4-FFF2-40B4-BE49-F238E27FC236}">
                <a16:creationId xmlns:a16="http://schemas.microsoft.com/office/drawing/2014/main" id="{EE5850C4-A3EC-C101-96CE-74B00F34E7C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90777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BF037-D247-7388-9D13-20E425D190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461F3C-597F-5F6D-D51F-FBB9FC16A0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062173-BC3F-E6B0-1DB4-CBBC86FCEA5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Prerequisites for Copilot in OneDrive and AI Actions for SharePoint Sites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a:extLst>
              <a:ext uri="{FF2B5EF4-FFF2-40B4-BE49-F238E27FC236}">
                <a16:creationId xmlns:a16="http://schemas.microsoft.com/office/drawing/2014/main" id="{EA4BC808-4312-D0B1-199B-58F91F36FC0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77526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FD123-DAD0-89D9-12E5-A9BF4E81DA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C3ABDE-10CA-CE22-570B-4773CE84FF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518A83-C2FB-3A42-395B-B670CBA9CBC4}"/>
              </a:ext>
            </a:extLst>
          </p:cNvPr>
          <p:cNvSpPr>
            <a:spLocks noGrp="1"/>
          </p:cNvSpPr>
          <p:nvPr>
            <p:ph type="body" idx="1"/>
          </p:nvPr>
        </p:nvSpPr>
        <p:spPr/>
        <p:txBody>
          <a:bodyPr/>
          <a:lstStyle/>
          <a:p>
            <a:r>
              <a:rPr lang="en-US" b="0" dirty="0"/>
              <a:t>SharePoint + OneDrive and Their Key Role in Microsoft 365 </a:t>
            </a:r>
          </a:p>
          <a:p>
            <a:r>
              <a:rPr lang="en-US" b="0" dirty="0"/>
              <a:t>Copilot in SharePoint (aka AI Actions) + Copilot in OneDrive: Use Cases </a:t>
            </a:r>
          </a:p>
          <a:p>
            <a:r>
              <a:rPr lang="en-US" b="0" dirty="0"/>
              <a:t>Copilot in OneDrive for Business </a:t>
            </a:r>
          </a:p>
          <a:p>
            <a:r>
              <a:rPr lang="en-US" b="0" dirty="0"/>
              <a:t>AI Actions for SharePoint Sites</a:t>
            </a:r>
          </a:p>
          <a:p>
            <a:pPr marL="0" indent="0" algn="l" defTabSz="914400" rtl="0" eaLnBrk="1" latinLnBrk="0" hangingPunct="1">
              <a:buFont typeface="Arial" panose="020B0604020202020204" pitchFamily="34" charset="0"/>
              <a:buNone/>
              <a:defRPr/>
            </a:pPr>
            <a:r>
              <a:rPr lang="en-US" sz="1200" b="0" kern="1200" dirty="0">
                <a:solidFill>
                  <a:schemeClr val="tx1"/>
                </a:solidFill>
                <a:latin typeface="+mn-lt"/>
                <a:ea typeface="+mn-ea"/>
                <a:cs typeface="+mn-cs"/>
              </a:rPr>
              <a:t>Prerequisites Copilot in OneDrive for Business &amp; AI Actions for SharePoint Sites</a:t>
            </a:r>
          </a:p>
          <a:p>
            <a:r>
              <a:rPr lang="en-US" sz="1200" b="0" dirty="0">
                <a:solidFill>
                  <a:prstClr val="white"/>
                </a:solidFill>
                <a:latin typeface="Segoe UI Semibold" panose="020B0702040204020203" pitchFamily="34" charset="0"/>
                <a:cs typeface="Segoe UI Semibold" panose="020B0702040204020203" pitchFamily="34" charset="0"/>
              </a:rPr>
              <a:t>Copilot in OneDrive &amp; AI Actions for SharePoint Sites limits</a:t>
            </a:r>
          </a:p>
          <a:p>
            <a:r>
              <a:rPr lang="en-US" b="0" dirty="0"/>
              <a:t>Roadmap </a:t>
            </a:r>
          </a:p>
          <a:p>
            <a:r>
              <a:rPr lang="en-US" b="0" dirty="0"/>
              <a:t>Conclusions &amp; References</a:t>
            </a:r>
          </a:p>
          <a:p>
            <a:endParaRPr lang="en-US" dirty="0"/>
          </a:p>
        </p:txBody>
      </p:sp>
      <p:sp>
        <p:nvSpPr>
          <p:cNvPr id="4" name="Slide Number Placeholder 3">
            <a:extLst>
              <a:ext uri="{FF2B5EF4-FFF2-40B4-BE49-F238E27FC236}">
                <a16:creationId xmlns:a16="http://schemas.microsoft.com/office/drawing/2014/main" id="{92376628-29B7-FC6B-7490-8A5E0F2C9FB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09089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6D66B-3927-83C2-5296-11D3BDF4F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631667-CF28-7DA7-2AD0-5C4C96CF6A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2A05D5-1424-63BE-C039-CB6DC91FB57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Copilot in OneDrive and AI Actions for SharePoint Sites limits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a:extLst>
              <a:ext uri="{FF2B5EF4-FFF2-40B4-BE49-F238E27FC236}">
                <a16:creationId xmlns:a16="http://schemas.microsoft.com/office/drawing/2014/main" id="{099010B0-D02E-D393-D755-DFFF3E67FB6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82457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38AE8-F458-D49B-5594-421550850D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16B0B1-6BE2-933C-495A-5A068D8A59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18D534-4A94-DE87-F2C7-B09FDDD782B2}"/>
              </a:ext>
            </a:extLst>
          </p:cNvPr>
          <p:cNvSpPr>
            <a:spLocks noGrp="1"/>
          </p:cNvSpPr>
          <p:nvPr>
            <p:ph type="body" idx="1"/>
          </p:nvPr>
        </p:nvSpPr>
        <p:spPr/>
        <p:txBody>
          <a:bodyPr/>
          <a:lstStyle/>
          <a:p>
            <a:r>
              <a:rPr lang="en-US" b="0" dirty="0"/>
              <a:t>SharePoint + OneDrive and Their Key Role in Microsoft 365 </a:t>
            </a:r>
          </a:p>
          <a:p>
            <a:r>
              <a:rPr lang="en-US" b="0" dirty="0"/>
              <a:t>Copilot in SharePoint (aka AI Actions) + Copilot in OneDrive: Use Cases </a:t>
            </a:r>
          </a:p>
          <a:p>
            <a:r>
              <a:rPr lang="en-US" b="0" dirty="0"/>
              <a:t>Copilot in OneDrive for Business </a:t>
            </a:r>
          </a:p>
          <a:p>
            <a:r>
              <a:rPr lang="en-US" b="0" dirty="0"/>
              <a:t>AI Actions for SharePoint Sites</a:t>
            </a:r>
          </a:p>
          <a:p>
            <a:pPr marL="0" indent="0" algn="l" defTabSz="914400" rtl="0" eaLnBrk="1" latinLnBrk="0" hangingPunct="1">
              <a:buFont typeface="Arial" panose="020B0604020202020204" pitchFamily="34" charset="0"/>
              <a:buNone/>
              <a:defRPr/>
            </a:pPr>
            <a:r>
              <a:rPr lang="en-US" sz="1200" b="0" kern="1200" dirty="0">
                <a:solidFill>
                  <a:schemeClr val="tx1"/>
                </a:solidFill>
                <a:latin typeface="+mn-lt"/>
                <a:ea typeface="+mn-ea"/>
                <a:cs typeface="+mn-cs"/>
              </a:rPr>
              <a:t>Prerequisites Copilot in OneDrive for Business &amp; AI Actions for SharePoint Sites</a:t>
            </a:r>
          </a:p>
          <a:p>
            <a:r>
              <a:rPr lang="en-US" sz="1200" b="0" dirty="0">
                <a:solidFill>
                  <a:prstClr val="white"/>
                </a:solidFill>
                <a:latin typeface="Segoe UI Semibold" panose="020B0702040204020203" pitchFamily="34" charset="0"/>
                <a:cs typeface="Segoe UI Semibold" panose="020B0702040204020203" pitchFamily="34" charset="0"/>
              </a:rPr>
              <a:t>Copilot in OneDrive &amp; AI Actions for SharePoint Sites limits</a:t>
            </a:r>
          </a:p>
          <a:p>
            <a:r>
              <a:rPr lang="en-US" b="0" dirty="0"/>
              <a:t>Roadmap </a:t>
            </a:r>
          </a:p>
          <a:p>
            <a:r>
              <a:rPr lang="en-US" b="0" dirty="0"/>
              <a:t>Conclusions &amp; References</a:t>
            </a:r>
          </a:p>
          <a:p>
            <a:endParaRPr lang="en-US" dirty="0"/>
          </a:p>
        </p:txBody>
      </p:sp>
      <p:sp>
        <p:nvSpPr>
          <p:cNvPr id="4" name="Slide Number Placeholder 3">
            <a:extLst>
              <a:ext uri="{FF2B5EF4-FFF2-40B4-BE49-F238E27FC236}">
                <a16:creationId xmlns:a16="http://schemas.microsoft.com/office/drawing/2014/main" id="{C8A0749E-96AF-9ED4-E4AA-BEF8507DE34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37307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83029-CE27-664D-8D1D-AFC67FC6C6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88D3A4-2A46-EF7D-C547-1BB12114A2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29505A-04AB-6575-CE49-98EAD16206F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a:extLst>
              <a:ext uri="{FF2B5EF4-FFF2-40B4-BE49-F238E27FC236}">
                <a16:creationId xmlns:a16="http://schemas.microsoft.com/office/drawing/2014/main" id="{B52AF638-30FE-C049-6FF7-473D4241772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06307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FD6FD-F3AC-FA57-54CF-F17C7561E2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D97908-4C33-EDE3-B46C-9FFAD0131B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7C900F-974A-81AD-E496-0F0E9C476AE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a:extLst>
              <a:ext uri="{FF2B5EF4-FFF2-40B4-BE49-F238E27FC236}">
                <a16:creationId xmlns:a16="http://schemas.microsoft.com/office/drawing/2014/main" id="{48E9B7B0-9A05-CF34-25B6-D463915AC0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5629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26AEB-81EF-31CE-3FD4-B4FFF03E72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251788-F792-E204-11C8-94C4F2D554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2FEAB5-9C72-99A5-352E-384DB92ECF5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a:extLst>
              <a:ext uri="{FF2B5EF4-FFF2-40B4-BE49-F238E27FC236}">
                <a16:creationId xmlns:a16="http://schemas.microsoft.com/office/drawing/2014/main" id="{C7C8E3BB-6E7D-E244-C6CA-9D3D3AEA9D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9123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0B309-19BD-DE66-A6F7-02ED72679D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DCEF86-1333-6E5F-B4F1-9E17D35624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F88C7C-8E72-F794-B7AC-9FB4C629D48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a:extLst>
              <a:ext uri="{FF2B5EF4-FFF2-40B4-BE49-F238E27FC236}">
                <a16:creationId xmlns:a16="http://schemas.microsoft.com/office/drawing/2014/main" id="{355FE7D3-6901-34CB-88AD-5D9E695DB8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47010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BD5C3-F6C8-17AA-47AF-8BE3DB1903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78E937-514D-E9B5-BB28-456987007F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D1518B-56A1-F954-3F9F-C9A116852A5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endParaRPr lang="en-US" dirty="0"/>
          </a:p>
        </p:txBody>
      </p:sp>
      <p:sp>
        <p:nvSpPr>
          <p:cNvPr id="4" name="Slide Number Placeholder 3">
            <a:extLst>
              <a:ext uri="{FF2B5EF4-FFF2-40B4-BE49-F238E27FC236}">
                <a16:creationId xmlns:a16="http://schemas.microsoft.com/office/drawing/2014/main" id="{3B30FE07-3B61-DAC3-E198-7A7213C166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1809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32F39-38E8-686F-0FBE-3416BDC41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310081-ECE2-68EC-003D-6ADF37FFF5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F23966-DCB7-7C25-99F7-8981E06E2FC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M365 Copilot Researcher integration</a:t>
            </a:r>
            <a:r>
              <a:rPr lang="en-US" sz="1200" b="0" i="0" kern="1200" dirty="0">
                <a:solidFill>
                  <a:schemeClr val="tx1"/>
                </a:solidFill>
                <a:effectLst/>
                <a:latin typeface="+mn-lt"/>
                <a:ea typeface="+mn-ea"/>
                <a:cs typeface="+mn-cs"/>
              </a:rPr>
              <a:t> in OneDrive allowing you to go from files to strategy in just a few clicks.</a:t>
            </a:r>
          </a:p>
          <a:p>
            <a:endParaRPr lang="en-US" dirty="0"/>
          </a:p>
        </p:txBody>
      </p:sp>
      <p:sp>
        <p:nvSpPr>
          <p:cNvPr id="4" name="Slide Number Placeholder 3">
            <a:extLst>
              <a:ext uri="{FF2B5EF4-FFF2-40B4-BE49-F238E27FC236}">
                <a16:creationId xmlns:a16="http://schemas.microsoft.com/office/drawing/2014/main" id="{612ED5C3-D705-287F-7237-0D571F59EC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12541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B3293-1F66-5DFE-21F6-6E76DCB589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1061C8-DA63-E7B5-6417-792A7456E4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BCB276-A57A-36DA-F846-B316DDC26792}"/>
              </a:ext>
            </a:extLst>
          </p:cNvPr>
          <p:cNvSpPr>
            <a:spLocks noGrp="1"/>
          </p:cNvSpPr>
          <p:nvPr>
            <p:ph type="body" idx="1"/>
          </p:nvPr>
        </p:nvSpPr>
        <p:spPr/>
        <p:txBody>
          <a:bodyPr/>
          <a:lstStyle/>
          <a:p>
            <a:r>
              <a:rPr lang="en-US" b="0" dirty="0"/>
              <a:t>SharePoint + OneDrive and Their Key Role in Microsoft 365 </a:t>
            </a:r>
          </a:p>
          <a:p>
            <a:r>
              <a:rPr lang="en-US" b="0" dirty="0"/>
              <a:t>Copilot in SharePoint (aka AI Actions) + Copilot in OneDrive: Use Cases </a:t>
            </a:r>
          </a:p>
          <a:p>
            <a:r>
              <a:rPr lang="en-US" b="0" dirty="0"/>
              <a:t>Copilot in OneDrive for Business </a:t>
            </a:r>
          </a:p>
          <a:p>
            <a:r>
              <a:rPr lang="en-US" b="0" dirty="0"/>
              <a:t>AI Actions for SharePoint Sites</a:t>
            </a:r>
          </a:p>
          <a:p>
            <a:pPr marL="0" indent="0" algn="l" defTabSz="914400" rtl="0" eaLnBrk="1" latinLnBrk="0" hangingPunct="1">
              <a:buFont typeface="Arial" panose="020B0604020202020204" pitchFamily="34" charset="0"/>
              <a:buNone/>
              <a:defRPr/>
            </a:pPr>
            <a:r>
              <a:rPr lang="en-US" sz="1200" b="0" kern="1200" dirty="0">
                <a:solidFill>
                  <a:schemeClr val="tx1"/>
                </a:solidFill>
                <a:latin typeface="+mn-lt"/>
                <a:ea typeface="+mn-ea"/>
                <a:cs typeface="+mn-cs"/>
              </a:rPr>
              <a:t>Prerequisites Copilot in OneDrive for Business &amp; AI Actions for SharePoint Sites</a:t>
            </a:r>
          </a:p>
          <a:p>
            <a:r>
              <a:rPr lang="en-US" sz="1200" b="0" dirty="0">
                <a:solidFill>
                  <a:prstClr val="white"/>
                </a:solidFill>
                <a:latin typeface="Segoe UI Semibold" panose="020B0702040204020203" pitchFamily="34" charset="0"/>
                <a:cs typeface="Segoe UI Semibold" panose="020B0702040204020203" pitchFamily="34" charset="0"/>
              </a:rPr>
              <a:t>Copilot in OneDrive &amp; AI Actions for SharePoint Sites limits</a:t>
            </a:r>
          </a:p>
          <a:p>
            <a:r>
              <a:rPr lang="en-US" b="0" dirty="0"/>
              <a:t>Roadmap </a:t>
            </a:r>
          </a:p>
          <a:p>
            <a:r>
              <a:rPr lang="en-US" b="0" dirty="0"/>
              <a:t>Conclusions &amp; References</a:t>
            </a:r>
          </a:p>
          <a:p>
            <a:endParaRPr lang="en-US" dirty="0"/>
          </a:p>
        </p:txBody>
      </p:sp>
      <p:sp>
        <p:nvSpPr>
          <p:cNvPr id="4" name="Slide Number Placeholder 3">
            <a:extLst>
              <a:ext uri="{FF2B5EF4-FFF2-40B4-BE49-F238E27FC236}">
                <a16:creationId xmlns:a16="http://schemas.microsoft.com/office/drawing/2014/main" id="{0B29900E-A437-8F60-CCC7-C8E0994ED07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35106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3949D-F5BB-110B-7907-FD6CD2031D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C6CC7C-8071-2E73-13C6-D5436A0012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656F48-7A11-9CFA-58C3-9F63B475B9A5}"/>
              </a:ext>
            </a:extLst>
          </p:cNvPr>
          <p:cNvSpPr>
            <a:spLocks noGrp="1"/>
          </p:cNvSpPr>
          <p:nvPr>
            <p:ph type="body" idx="1"/>
          </p:nvPr>
        </p:nvSpPr>
        <p:spPr/>
        <p:txBody>
          <a:bodyPr/>
          <a:lstStyle/>
          <a:p>
            <a:pPr>
              <a:defRPr/>
            </a:pPr>
            <a:r>
              <a:rPr lang="en" dirty="0"/>
              <a:t>Copilot in SharePoint &amp; Copilot in OneDrive make it easy to discover, consume, and share user-accessed information quickly and easily</a:t>
            </a:r>
          </a:p>
          <a:p>
            <a:pPr>
              <a:defRPr/>
            </a:pPr>
            <a:r>
              <a:rPr lang="en" sz="1400" dirty="0"/>
              <a:t>Copilot in OneDrive is focused on use cases such as: Extracting information from multiple files (up to 5) | Compare Differences Between Files | Quick File Summary | Generate Insights from the files</a:t>
            </a:r>
            <a:endParaRPr lang="es-SV" sz="1400" dirty="0"/>
          </a:p>
          <a:p>
            <a:pPr>
              <a:defRPr/>
            </a:pPr>
            <a:r>
              <a:rPr lang="en" dirty="0"/>
              <a:t>Copilot Agents for SharePoint support and extend Copilot use cases in OneDrive</a:t>
            </a:r>
          </a:p>
          <a:p>
            <a:pPr>
              <a:defRPr/>
            </a:pPr>
            <a:r>
              <a:rPr lang="en" dirty="0"/>
              <a:t>Every SharePoint site has a default Agent and Additional Agents can be created</a:t>
            </a:r>
          </a:p>
          <a:p>
            <a:pPr>
              <a:defRPr/>
            </a:pPr>
            <a:r>
              <a:rPr lang="en" dirty="0"/>
              <a:t>You have to know how to manage expectations in the use and behavior of Copilot &amp; Copilot Agents in OneDrive taking into account the current limitations that will be overcome over time</a:t>
            </a:r>
            <a:endParaRPr lang="en-US" dirty="0"/>
          </a:p>
          <a:p>
            <a:endParaRPr lang="en-US" b="0" dirty="0"/>
          </a:p>
        </p:txBody>
      </p:sp>
      <p:sp>
        <p:nvSpPr>
          <p:cNvPr id="4" name="Slide Number Placeholder 3">
            <a:extLst>
              <a:ext uri="{FF2B5EF4-FFF2-40B4-BE49-F238E27FC236}">
                <a16:creationId xmlns:a16="http://schemas.microsoft.com/office/drawing/2014/main" id="{524A7A34-3CE9-83F4-E829-AC1CB433A9D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099936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49D0C-46A4-ED55-D496-930B625A59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EC0D20-E431-149B-CC64-AE630C4771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B0314E-0312-5AB8-F5DB-CEE74B3D0D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E4CDA1-B155-0F84-998D-BEF6CC70456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24876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19808-6799-4FD3-9830-8378C574CB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6943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40400-A9FB-471E-A044-F2EF801E77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EF0D40F-507F-473B-AD6C-4494E67967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7B3D8A0-A07C-4E78-A697-4A0E1EB4F915}"/>
              </a:ext>
            </a:extLst>
          </p:cNvPr>
          <p:cNvSpPr>
            <a:spLocks noGrp="1"/>
          </p:cNvSpPr>
          <p:nvPr>
            <p:ph type="dt" sz="half" idx="10"/>
          </p:nvPr>
        </p:nvSpPr>
        <p:spPr/>
        <p:txBody>
          <a:bodyPr/>
          <a:lstStyle/>
          <a:p>
            <a:fld id="{0F441804-0920-40BF-97AC-7A78A971688B}" type="datetime1">
              <a:rPr lang="en-GB" smtClean="0"/>
              <a:t>20/01/2026</a:t>
            </a:fld>
            <a:endParaRPr lang="en-GB"/>
          </a:p>
        </p:txBody>
      </p:sp>
      <p:sp>
        <p:nvSpPr>
          <p:cNvPr id="5" name="Footer Placeholder 4">
            <a:extLst>
              <a:ext uri="{FF2B5EF4-FFF2-40B4-BE49-F238E27FC236}">
                <a16:creationId xmlns:a16="http://schemas.microsoft.com/office/drawing/2014/main" id="{9335395F-4B55-4A49-B9D9-324AC3A4BA4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0A2F147-EAE9-4E4E-B9A7-5496873C91D7}"/>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3506543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61BAC-A059-414E-9E62-391C12ACAF6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018EA71-8674-4AB5-BE25-6CF7ABBC16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253ECB7-E7EE-4256-98AF-026C3E03648C}"/>
              </a:ext>
            </a:extLst>
          </p:cNvPr>
          <p:cNvSpPr>
            <a:spLocks noGrp="1"/>
          </p:cNvSpPr>
          <p:nvPr>
            <p:ph type="dt" sz="half" idx="10"/>
          </p:nvPr>
        </p:nvSpPr>
        <p:spPr/>
        <p:txBody>
          <a:bodyPr/>
          <a:lstStyle/>
          <a:p>
            <a:fld id="{98B7B86E-9EB5-473A-8A5C-2A43F282CC9E}" type="datetime1">
              <a:rPr lang="en-GB" smtClean="0"/>
              <a:t>20/01/2026</a:t>
            </a:fld>
            <a:endParaRPr lang="en-GB"/>
          </a:p>
        </p:txBody>
      </p:sp>
      <p:sp>
        <p:nvSpPr>
          <p:cNvPr id="5" name="Footer Placeholder 4">
            <a:extLst>
              <a:ext uri="{FF2B5EF4-FFF2-40B4-BE49-F238E27FC236}">
                <a16:creationId xmlns:a16="http://schemas.microsoft.com/office/drawing/2014/main" id="{9B252A21-3EE9-40BB-A84C-A2DE239C7DF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5FF4301-7A32-4BED-9D76-649919402E65}"/>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28759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68555-54FA-4D68-9BD8-59EB247C1A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38D9E14-97A8-4013-B483-BD053BAE8D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29EF45-FD1D-44AC-9CA4-7D6099171739}"/>
              </a:ext>
            </a:extLst>
          </p:cNvPr>
          <p:cNvSpPr>
            <a:spLocks noGrp="1"/>
          </p:cNvSpPr>
          <p:nvPr>
            <p:ph type="dt" sz="half" idx="10"/>
          </p:nvPr>
        </p:nvSpPr>
        <p:spPr/>
        <p:txBody>
          <a:bodyPr/>
          <a:lstStyle/>
          <a:p>
            <a:fld id="{75163C9A-8D97-4802-AAB9-7607D6590DB1}" type="datetime1">
              <a:rPr lang="en-GB" smtClean="0"/>
              <a:t>20/01/2026</a:t>
            </a:fld>
            <a:endParaRPr lang="en-GB"/>
          </a:p>
        </p:txBody>
      </p:sp>
      <p:sp>
        <p:nvSpPr>
          <p:cNvPr id="5" name="Footer Placeholder 4">
            <a:extLst>
              <a:ext uri="{FF2B5EF4-FFF2-40B4-BE49-F238E27FC236}">
                <a16:creationId xmlns:a16="http://schemas.microsoft.com/office/drawing/2014/main" id="{939E24CE-3597-4E9D-B0F0-85457E70073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A6EDAB0-CEAB-4E01-A950-21D7F1F272F5}"/>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4095863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D5CE3-AC61-477D-8708-D4C1C80EF27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2C1785E-B42E-4F42-B9BE-00F7437D72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8E5B735-3A7D-4EFB-B204-852ACA306B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838184D-CD81-4422-873A-9A4F12672409}"/>
              </a:ext>
            </a:extLst>
          </p:cNvPr>
          <p:cNvSpPr>
            <a:spLocks noGrp="1"/>
          </p:cNvSpPr>
          <p:nvPr>
            <p:ph type="dt" sz="half" idx="10"/>
          </p:nvPr>
        </p:nvSpPr>
        <p:spPr/>
        <p:txBody>
          <a:bodyPr/>
          <a:lstStyle/>
          <a:p>
            <a:fld id="{DE9472C5-01B7-4B3B-AB38-BDEF135BBA3A}" type="datetime1">
              <a:rPr lang="en-GB" smtClean="0"/>
              <a:t>20/01/2026</a:t>
            </a:fld>
            <a:endParaRPr lang="en-GB"/>
          </a:p>
        </p:txBody>
      </p:sp>
      <p:sp>
        <p:nvSpPr>
          <p:cNvPr id="6" name="Footer Placeholder 5">
            <a:extLst>
              <a:ext uri="{FF2B5EF4-FFF2-40B4-BE49-F238E27FC236}">
                <a16:creationId xmlns:a16="http://schemas.microsoft.com/office/drawing/2014/main" id="{D044EF39-4B10-4A49-9040-30583816FBE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E33FD8E-5486-4744-B45E-55C26E90075B}"/>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1352805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F7975-EAC7-43B6-86FF-F33BF458BA4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B74A71D-59C1-4737-8DD1-F933921E76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B46263-2F53-41BE-BF84-C6EDA6B847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9869CE3-9560-44BB-9B21-DC64E5D01F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254F0F-C6AA-4554-B685-A75879D7AE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D83BF29-15DE-4371-BC45-CD9B8013F529}"/>
              </a:ext>
            </a:extLst>
          </p:cNvPr>
          <p:cNvSpPr>
            <a:spLocks noGrp="1"/>
          </p:cNvSpPr>
          <p:nvPr>
            <p:ph type="dt" sz="half" idx="10"/>
          </p:nvPr>
        </p:nvSpPr>
        <p:spPr/>
        <p:txBody>
          <a:bodyPr/>
          <a:lstStyle/>
          <a:p>
            <a:fld id="{963B7A85-C4FE-458F-87E9-B41EE31EF3FF}" type="datetime1">
              <a:rPr lang="en-GB" smtClean="0"/>
              <a:t>20/01/2026</a:t>
            </a:fld>
            <a:endParaRPr lang="en-GB"/>
          </a:p>
        </p:txBody>
      </p:sp>
      <p:sp>
        <p:nvSpPr>
          <p:cNvPr id="8" name="Footer Placeholder 7">
            <a:extLst>
              <a:ext uri="{FF2B5EF4-FFF2-40B4-BE49-F238E27FC236}">
                <a16:creationId xmlns:a16="http://schemas.microsoft.com/office/drawing/2014/main" id="{4F5B2217-0DFC-45C1-9922-AFE4FC85AD7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AF6713A-EC5C-4C78-A04F-6C1784BD6903}"/>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1981851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20B4C-00C3-42AA-A54F-1A787E49321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93FA789-476E-46D1-B858-9B4C00CF2234}"/>
              </a:ext>
            </a:extLst>
          </p:cNvPr>
          <p:cNvSpPr>
            <a:spLocks noGrp="1"/>
          </p:cNvSpPr>
          <p:nvPr>
            <p:ph type="dt" sz="half" idx="10"/>
          </p:nvPr>
        </p:nvSpPr>
        <p:spPr/>
        <p:txBody>
          <a:bodyPr/>
          <a:lstStyle/>
          <a:p>
            <a:fld id="{AD830102-376B-4E7F-AA18-0DF5FB4E63F0}" type="datetime1">
              <a:rPr lang="en-GB" smtClean="0"/>
              <a:t>20/01/2026</a:t>
            </a:fld>
            <a:endParaRPr lang="en-GB"/>
          </a:p>
        </p:txBody>
      </p:sp>
      <p:sp>
        <p:nvSpPr>
          <p:cNvPr id="4" name="Footer Placeholder 3">
            <a:extLst>
              <a:ext uri="{FF2B5EF4-FFF2-40B4-BE49-F238E27FC236}">
                <a16:creationId xmlns:a16="http://schemas.microsoft.com/office/drawing/2014/main" id="{4BC7D314-953F-44EE-9611-0991A2851E5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DADEFB1-7F84-4EAF-9845-5EC7BCECCF86}"/>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1802168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2DEFFB-C937-45E6-A512-964752D562B4}"/>
              </a:ext>
            </a:extLst>
          </p:cNvPr>
          <p:cNvSpPr>
            <a:spLocks noGrp="1"/>
          </p:cNvSpPr>
          <p:nvPr>
            <p:ph type="dt" sz="half" idx="10"/>
          </p:nvPr>
        </p:nvSpPr>
        <p:spPr/>
        <p:txBody>
          <a:bodyPr/>
          <a:lstStyle/>
          <a:p>
            <a:fld id="{311AE055-CA3E-4373-877C-B517B3ED1E1B}" type="datetime1">
              <a:rPr lang="en-GB" smtClean="0"/>
              <a:t>20/01/2026</a:t>
            </a:fld>
            <a:endParaRPr lang="en-GB"/>
          </a:p>
        </p:txBody>
      </p:sp>
      <p:sp>
        <p:nvSpPr>
          <p:cNvPr id="3" name="Footer Placeholder 2">
            <a:extLst>
              <a:ext uri="{FF2B5EF4-FFF2-40B4-BE49-F238E27FC236}">
                <a16:creationId xmlns:a16="http://schemas.microsoft.com/office/drawing/2014/main" id="{7D0DAF9D-8B51-4DF6-BC99-9AFC35F9215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E7B643C-C531-4895-B931-ED95CC9A783B}"/>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4142861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61C38-CDDB-4AAF-B0DE-CFA2C0B2DF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6A781A5-3416-4FD7-A5D3-79AC159665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203A011-CABA-4E68-9936-869FAD1B6E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41E98-0329-4FCB-8154-D409BEFD6F26}"/>
              </a:ext>
            </a:extLst>
          </p:cNvPr>
          <p:cNvSpPr>
            <a:spLocks noGrp="1"/>
          </p:cNvSpPr>
          <p:nvPr>
            <p:ph type="dt" sz="half" idx="10"/>
          </p:nvPr>
        </p:nvSpPr>
        <p:spPr/>
        <p:txBody>
          <a:bodyPr/>
          <a:lstStyle/>
          <a:p>
            <a:fld id="{02868C9C-AA04-4FC6-AAE5-11AD7B500715}" type="datetime1">
              <a:rPr lang="en-GB" smtClean="0"/>
              <a:t>20/01/2026</a:t>
            </a:fld>
            <a:endParaRPr lang="en-GB"/>
          </a:p>
        </p:txBody>
      </p:sp>
      <p:sp>
        <p:nvSpPr>
          <p:cNvPr id="6" name="Footer Placeholder 5">
            <a:extLst>
              <a:ext uri="{FF2B5EF4-FFF2-40B4-BE49-F238E27FC236}">
                <a16:creationId xmlns:a16="http://schemas.microsoft.com/office/drawing/2014/main" id="{D7B9E163-A5A1-4183-87EB-62632D3EA3D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577C62D-7500-4AE3-B0ED-B5A47E31BA37}"/>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589592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1292F-537C-4F92-9C92-AF69D0DA76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A456782-1BCC-43AC-872B-79001D4C0E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BDEFE27-6BB9-4E9E-BE03-92641484EC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3A5CF3-AC56-4C2A-AE6C-4AF7673E131C}"/>
              </a:ext>
            </a:extLst>
          </p:cNvPr>
          <p:cNvSpPr>
            <a:spLocks noGrp="1"/>
          </p:cNvSpPr>
          <p:nvPr>
            <p:ph type="dt" sz="half" idx="10"/>
          </p:nvPr>
        </p:nvSpPr>
        <p:spPr/>
        <p:txBody>
          <a:bodyPr/>
          <a:lstStyle/>
          <a:p>
            <a:fld id="{FFA5E22E-3C08-4153-803A-1A39445C409A}" type="datetime1">
              <a:rPr lang="en-GB" smtClean="0"/>
              <a:t>20/01/2026</a:t>
            </a:fld>
            <a:endParaRPr lang="en-GB"/>
          </a:p>
        </p:txBody>
      </p:sp>
      <p:sp>
        <p:nvSpPr>
          <p:cNvPr id="6" name="Footer Placeholder 5">
            <a:extLst>
              <a:ext uri="{FF2B5EF4-FFF2-40B4-BE49-F238E27FC236}">
                <a16:creationId xmlns:a16="http://schemas.microsoft.com/office/drawing/2014/main" id="{E208879E-738B-450D-A7D2-CECDCA3A047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77BBFEA-A9C5-4D98-B8D2-23A92B887508}"/>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1754988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C0B35-5154-44F9-8CAC-9E34FA79CDD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C081AC9-13AD-4F27-8652-4D24F163D7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721CD9B-EDD3-4CCD-9A3E-860C7300AFD4}"/>
              </a:ext>
            </a:extLst>
          </p:cNvPr>
          <p:cNvSpPr>
            <a:spLocks noGrp="1"/>
          </p:cNvSpPr>
          <p:nvPr>
            <p:ph type="dt" sz="half" idx="10"/>
          </p:nvPr>
        </p:nvSpPr>
        <p:spPr/>
        <p:txBody>
          <a:bodyPr/>
          <a:lstStyle/>
          <a:p>
            <a:fld id="{D1617CAB-7E81-4807-A554-CE1C4DCE1E91}" type="datetime1">
              <a:rPr lang="en-GB" smtClean="0"/>
              <a:t>20/01/2026</a:t>
            </a:fld>
            <a:endParaRPr lang="en-GB"/>
          </a:p>
        </p:txBody>
      </p:sp>
      <p:sp>
        <p:nvSpPr>
          <p:cNvPr id="5" name="Footer Placeholder 4">
            <a:extLst>
              <a:ext uri="{FF2B5EF4-FFF2-40B4-BE49-F238E27FC236}">
                <a16:creationId xmlns:a16="http://schemas.microsoft.com/office/drawing/2014/main" id="{B2CC2224-4724-4BB3-9657-C3189A0AB30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476152-D10D-4786-AD71-565DF28EF885}"/>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2508699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49C6DA-C596-4A35-AF45-3AAB562C29C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AB8A5FF-D580-4763-9A9C-EB4ECEF001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77CBF0B-D10C-408B-A794-8C2AA69C3E64}"/>
              </a:ext>
            </a:extLst>
          </p:cNvPr>
          <p:cNvSpPr>
            <a:spLocks noGrp="1"/>
          </p:cNvSpPr>
          <p:nvPr>
            <p:ph type="dt" sz="half" idx="10"/>
          </p:nvPr>
        </p:nvSpPr>
        <p:spPr/>
        <p:txBody>
          <a:bodyPr/>
          <a:lstStyle/>
          <a:p>
            <a:fld id="{FCE25068-4CED-435E-82B3-43FA9C56F53B}" type="datetime1">
              <a:rPr lang="en-GB" smtClean="0"/>
              <a:t>20/01/2026</a:t>
            </a:fld>
            <a:endParaRPr lang="en-GB"/>
          </a:p>
        </p:txBody>
      </p:sp>
      <p:sp>
        <p:nvSpPr>
          <p:cNvPr id="5" name="Footer Placeholder 4">
            <a:extLst>
              <a:ext uri="{FF2B5EF4-FFF2-40B4-BE49-F238E27FC236}">
                <a16:creationId xmlns:a16="http://schemas.microsoft.com/office/drawing/2014/main" id="{EA897DAE-969E-4A98-9A14-D78998FCA2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CBE57AD-36D7-4612-BC6C-FD26E4F5F3FB}"/>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14072186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40400-A9FB-471E-A044-F2EF801E77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EF0D40F-507F-473B-AD6C-4494E67967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7B3D8A0-A07C-4E78-A697-4A0E1EB4F915}"/>
              </a:ext>
            </a:extLst>
          </p:cNvPr>
          <p:cNvSpPr>
            <a:spLocks noGrp="1"/>
          </p:cNvSpPr>
          <p:nvPr>
            <p:ph type="dt" sz="half" idx="10"/>
          </p:nvPr>
        </p:nvSpPr>
        <p:spPr/>
        <p:txBody>
          <a:bodyPr/>
          <a:lstStyle/>
          <a:p>
            <a:fld id="{E69A0FC6-E3E5-43D0-8BE7-EB228EC375BA}" type="datetimeFigureOut">
              <a:rPr lang="en-GB" smtClean="0"/>
              <a:t>20/01/2026</a:t>
            </a:fld>
            <a:endParaRPr lang="en-GB"/>
          </a:p>
        </p:txBody>
      </p:sp>
      <p:sp>
        <p:nvSpPr>
          <p:cNvPr id="5" name="Footer Placeholder 4">
            <a:extLst>
              <a:ext uri="{FF2B5EF4-FFF2-40B4-BE49-F238E27FC236}">
                <a16:creationId xmlns:a16="http://schemas.microsoft.com/office/drawing/2014/main" id="{9335395F-4B55-4A49-B9D9-324AC3A4BA4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0A2F147-EAE9-4E4E-B9A7-5496873C91D7}"/>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11378353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61BAC-A059-414E-9E62-391C12ACAF6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018EA71-8674-4AB5-BE25-6CF7ABBC16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253ECB7-E7EE-4256-98AF-026C3E03648C}"/>
              </a:ext>
            </a:extLst>
          </p:cNvPr>
          <p:cNvSpPr>
            <a:spLocks noGrp="1"/>
          </p:cNvSpPr>
          <p:nvPr>
            <p:ph type="dt" sz="half" idx="10"/>
          </p:nvPr>
        </p:nvSpPr>
        <p:spPr/>
        <p:txBody>
          <a:bodyPr/>
          <a:lstStyle/>
          <a:p>
            <a:fld id="{E69A0FC6-E3E5-43D0-8BE7-EB228EC375BA}" type="datetimeFigureOut">
              <a:rPr lang="en-GB" smtClean="0"/>
              <a:t>20/01/2026</a:t>
            </a:fld>
            <a:endParaRPr lang="en-GB"/>
          </a:p>
        </p:txBody>
      </p:sp>
      <p:sp>
        <p:nvSpPr>
          <p:cNvPr id="5" name="Footer Placeholder 4">
            <a:extLst>
              <a:ext uri="{FF2B5EF4-FFF2-40B4-BE49-F238E27FC236}">
                <a16:creationId xmlns:a16="http://schemas.microsoft.com/office/drawing/2014/main" id="{9B252A21-3EE9-40BB-A84C-A2DE239C7DF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5FF4301-7A32-4BED-9D76-649919402E65}"/>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1340910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68555-54FA-4D68-9BD8-59EB247C1A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38D9E14-97A8-4013-B483-BD053BAE8D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29EF45-FD1D-44AC-9CA4-7D6099171739}"/>
              </a:ext>
            </a:extLst>
          </p:cNvPr>
          <p:cNvSpPr>
            <a:spLocks noGrp="1"/>
          </p:cNvSpPr>
          <p:nvPr>
            <p:ph type="dt" sz="half" idx="10"/>
          </p:nvPr>
        </p:nvSpPr>
        <p:spPr/>
        <p:txBody>
          <a:bodyPr/>
          <a:lstStyle/>
          <a:p>
            <a:fld id="{E69A0FC6-E3E5-43D0-8BE7-EB228EC375BA}" type="datetimeFigureOut">
              <a:rPr lang="en-GB" smtClean="0"/>
              <a:t>20/01/2026</a:t>
            </a:fld>
            <a:endParaRPr lang="en-GB"/>
          </a:p>
        </p:txBody>
      </p:sp>
      <p:sp>
        <p:nvSpPr>
          <p:cNvPr id="5" name="Footer Placeholder 4">
            <a:extLst>
              <a:ext uri="{FF2B5EF4-FFF2-40B4-BE49-F238E27FC236}">
                <a16:creationId xmlns:a16="http://schemas.microsoft.com/office/drawing/2014/main" id="{939E24CE-3597-4E9D-B0F0-85457E70073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A6EDAB0-CEAB-4E01-A950-21D7F1F272F5}"/>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1174720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D5CE3-AC61-477D-8708-D4C1C80EF27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2C1785E-B42E-4F42-B9BE-00F7437D72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8E5B735-3A7D-4EFB-B204-852ACA306B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838184D-CD81-4422-873A-9A4F12672409}"/>
              </a:ext>
            </a:extLst>
          </p:cNvPr>
          <p:cNvSpPr>
            <a:spLocks noGrp="1"/>
          </p:cNvSpPr>
          <p:nvPr>
            <p:ph type="dt" sz="half" idx="10"/>
          </p:nvPr>
        </p:nvSpPr>
        <p:spPr/>
        <p:txBody>
          <a:bodyPr/>
          <a:lstStyle/>
          <a:p>
            <a:fld id="{E69A0FC6-E3E5-43D0-8BE7-EB228EC375BA}" type="datetimeFigureOut">
              <a:rPr lang="en-GB" smtClean="0"/>
              <a:t>20/01/2026</a:t>
            </a:fld>
            <a:endParaRPr lang="en-GB"/>
          </a:p>
        </p:txBody>
      </p:sp>
      <p:sp>
        <p:nvSpPr>
          <p:cNvPr id="6" name="Footer Placeholder 5">
            <a:extLst>
              <a:ext uri="{FF2B5EF4-FFF2-40B4-BE49-F238E27FC236}">
                <a16:creationId xmlns:a16="http://schemas.microsoft.com/office/drawing/2014/main" id="{D044EF39-4B10-4A49-9040-30583816FBE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E33FD8E-5486-4744-B45E-55C26E90075B}"/>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3746711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F7975-EAC7-43B6-86FF-F33BF458BA4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B74A71D-59C1-4737-8DD1-F933921E76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B46263-2F53-41BE-BF84-C6EDA6B847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9869CE3-9560-44BB-9B21-DC64E5D01F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254F0F-C6AA-4554-B685-A75879D7AE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D83BF29-15DE-4371-BC45-CD9B8013F529}"/>
              </a:ext>
            </a:extLst>
          </p:cNvPr>
          <p:cNvSpPr>
            <a:spLocks noGrp="1"/>
          </p:cNvSpPr>
          <p:nvPr>
            <p:ph type="dt" sz="half" idx="10"/>
          </p:nvPr>
        </p:nvSpPr>
        <p:spPr/>
        <p:txBody>
          <a:bodyPr/>
          <a:lstStyle/>
          <a:p>
            <a:fld id="{E69A0FC6-E3E5-43D0-8BE7-EB228EC375BA}" type="datetimeFigureOut">
              <a:rPr lang="en-GB" smtClean="0"/>
              <a:t>20/01/2026</a:t>
            </a:fld>
            <a:endParaRPr lang="en-GB"/>
          </a:p>
        </p:txBody>
      </p:sp>
      <p:sp>
        <p:nvSpPr>
          <p:cNvPr id="8" name="Footer Placeholder 7">
            <a:extLst>
              <a:ext uri="{FF2B5EF4-FFF2-40B4-BE49-F238E27FC236}">
                <a16:creationId xmlns:a16="http://schemas.microsoft.com/office/drawing/2014/main" id="{4F5B2217-0DFC-45C1-9922-AFE4FC85AD7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AF6713A-EC5C-4C78-A04F-6C1784BD6903}"/>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32116312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20B4C-00C3-42AA-A54F-1A787E49321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93FA789-476E-46D1-B858-9B4C00CF2234}"/>
              </a:ext>
            </a:extLst>
          </p:cNvPr>
          <p:cNvSpPr>
            <a:spLocks noGrp="1"/>
          </p:cNvSpPr>
          <p:nvPr>
            <p:ph type="dt" sz="half" idx="10"/>
          </p:nvPr>
        </p:nvSpPr>
        <p:spPr/>
        <p:txBody>
          <a:bodyPr/>
          <a:lstStyle/>
          <a:p>
            <a:fld id="{E69A0FC6-E3E5-43D0-8BE7-EB228EC375BA}" type="datetimeFigureOut">
              <a:rPr lang="en-GB" smtClean="0"/>
              <a:t>20/01/2026</a:t>
            </a:fld>
            <a:endParaRPr lang="en-GB"/>
          </a:p>
        </p:txBody>
      </p:sp>
      <p:sp>
        <p:nvSpPr>
          <p:cNvPr id="4" name="Footer Placeholder 3">
            <a:extLst>
              <a:ext uri="{FF2B5EF4-FFF2-40B4-BE49-F238E27FC236}">
                <a16:creationId xmlns:a16="http://schemas.microsoft.com/office/drawing/2014/main" id="{4BC7D314-953F-44EE-9611-0991A2851E5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DADEFB1-7F84-4EAF-9845-5EC7BCECCF86}"/>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1723499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2DEFFB-C937-45E6-A512-964752D562B4}"/>
              </a:ext>
            </a:extLst>
          </p:cNvPr>
          <p:cNvSpPr>
            <a:spLocks noGrp="1"/>
          </p:cNvSpPr>
          <p:nvPr>
            <p:ph type="dt" sz="half" idx="10"/>
          </p:nvPr>
        </p:nvSpPr>
        <p:spPr/>
        <p:txBody>
          <a:bodyPr/>
          <a:lstStyle/>
          <a:p>
            <a:fld id="{E69A0FC6-E3E5-43D0-8BE7-EB228EC375BA}" type="datetimeFigureOut">
              <a:rPr lang="en-GB" smtClean="0"/>
              <a:t>20/01/2026</a:t>
            </a:fld>
            <a:endParaRPr lang="en-GB"/>
          </a:p>
        </p:txBody>
      </p:sp>
      <p:sp>
        <p:nvSpPr>
          <p:cNvPr id="3" name="Footer Placeholder 2">
            <a:extLst>
              <a:ext uri="{FF2B5EF4-FFF2-40B4-BE49-F238E27FC236}">
                <a16:creationId xmlns:a16="http://schemas.microsoft.com/office/drawing/2014/main" id="{7D0DAF9D-8B51-4DF6-BC99-9AFC35F9215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E7B643C-C531-4895-B931-ED95CC9A783B}"/>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14226070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61C38-CDDB-4AAF-B0DE-CFA2C0B2DF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6A781A5-3416-4FD7-A5D3-79AC159665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203A011-CABA-4E68-9936-869FAD1B6E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41E98-0329-4FCB-8154-D409BEFD6F26}"/>
              </a:ext>
            </a:extLst>
          </p:cNvPr>
          <p:cNvSpPr>
            <a:spLocks noGrp="1"/>
          </p:cNvSpPr>
          <p:nvPr>
            <p:ph type="dt" sz="half" idx="10"/>
          </p:nvPr>
        </p:nvSpPr>
        <p:spPr/>
        <p:txBody>
          <a:bodyPr/>
          <a:lstStyle/>
          <a:p>
            <a:fld id="{E69A0FC6-E3E5-43D0-8BE7-EB228EC375BA}" type="datetimeFigureOut">
              <a:rPr lang="en-GB" smtClean="0"/>
              <a:t>20/01/2026</a:t>
            </a:fld>
            <a:endParaRPr lang="en-GB"/>
          </a:p>
        </p:txBody>
      </p:sp>
      <p:sp>
        <p:nvSpPr>
          <p:cNvPr id="6" name="Footer Placeholder 5">
            <a:extLst>
              <a:ext uri="{FF2B5EF4-FFF2-40B4-BE49-F238E27FC236}">
                <a16:creationId xmlns:a16="http://schemas.microsoft.com/office/drawing/2014/main" id="{D7B9E163-A5A1-4183-87EB-62632D3EA3D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577C62D-7500-4AE3-B0ED-B5A47E31BA37}"/>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26685691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1292F-537C-4F92-9C92-AF69D0DA76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A456782-1BCC-43AC-872B-79001D4C0E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BDEFE27-6BB9-4E9E-BE03-92641484EC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3A5CF3-AC56-4C2A-AE6C-4AF7673E131C}"/>
              </a:ext>
            </a:extLst>
          </p:cNvPr>
          <p:cNvSpPr>
            <a:spLocks noGrp="1"/>
          </p:cNvSpPr>
          <p:nvPr>
            <p:ph type="dt" sz="half" idx="10"/>
          </p:nvPr>
        </p:nvSpPr>
        <p:spPr/>
        <p:txBody>
          <a:bodyPr/>
          <a:lstStyle/>
          <a:p>
            <a:fld id="{E69A0FC6-E3E5-43D0-8BE7-EB228EC375BA}" type="datetimeFigureOut">
              <a:rPr lang="en-GB" smtClean="0"/>
              <a:t>20/01/2026</a:t>
            </a:fld>
            <a:endParaRPr lang="en-GB"/>
          </a:p>
        </p:txBody>
      </p:sp>
      <p:sp>
        <p:nvSpPr>
          <p:cNvPr id="6" name="Footer Placeholder 5">
            <a:extLst>
              <a:ext uri="{FF2B5EF4-FFF2-40B4-BE49-F238E27FC236}">
                <a16:creationId xmlns:a16="http://schemas.microsoft.com/office/drawing/2014/main" id="{E208879E-738B-450D-A7D2-CECDCA3A047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77BBFEA-A9C5-4D98-B8D2-23A92B887508}"/>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17316687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C0B35-5154-44F9-8CAC-9E34FA79CDD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C081AC9-13AD-4F27-8652-4D24F163D7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721CD9B-EDD3-4CCD-9A3E-860C7300AFD4}"/>
              </a:ext>
            </a:extLst>
          </p:cNvPr>
          <p:cNvSpPr>
            <a:spLocks noGrp="1"/>
          </p:cNvSpPr>
          <p:nvPr>
            <p:ph type="dt" sz="half" idx="10"/>
          </p:nvPr>
        </p:nvSpPr>
        <p:spPr/>
        <p:txBody>
          <a:bodyPr/>
          <a:lstStyle/>
          <a:p>
            <a:fld id="{E69A0FC6-E3E5-43D0-8BE7-EB228EC375BA}" type="datetimeFigureOut">
              <a:rPr lang="en-GB" smtClean="0"/>
              <a:t>20/01/2026</a:t>
            </a:fld>
            <a:endParaRPr lang="en-GB"/>
          </a:p>
        </p:txBody>
      </p:sp>
      <p:sp>
        <p:nvSpPr>
          <p:cNvPr id="5" name="Footer Placeholder 4">
            <a:extLst>
              <a:ext uri="{FF2B5EF4-FFF2-40B4-BE49-F238E27FC236}">
                <a16:creationId xmlns:a16="http://schemas.microsoft.com/office/drawing/2014/main" id="{B2CC2224-4724-4BB3-9657-C3189A0AB30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476152-D10D-4786-AD71-565DF28EF885}"/>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37939934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49C6DA-C596-4A35-AF45-3AAB562C29C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AB8A5FF-D580-4763-9A9C-EB4ECEF001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77CBF0B-D10C-408B-A794-8C2AA69C3E64}"/>
              </a:ext>
            </a:extLst>
          </p:cNvPr>
          <p:cNvSpPr>
            <a:spLocks noGrp="1"/>
          </p:cNvSpPr>
          <p:nvPr>
            <p:ph type="dt" sz="half" idx="10"/>
          </p:nvPr>
        </p:nvSpPr>
        <p:spPr/>
        <p:txBody>
          <a:bodyPr/>
          <a:lstStyle/>
          <a:p>
            <a:fld id="{E69A0FC6-E3E5-43D0-8BE7-EB228EC375BA}" type="datetimeFigureOut">
              <a:rPr lang="en-GB" smtClean="0"/>
              <a:t>20/01/2026</a:t>
            </a:fld>
            <a:endParaRPr lang="en-GB"/>
          </a:p>
        </p:txBody>
      </p:sp>
      <p:sp>
        <p:nvSpPr>
          <p:cNvPr id="5" name="Footer Placeholder 4">
            <a:extLst>
              <a:ext uri="{FF2B5EF4-FFF2-40B4-BE49-F238E27FC236}">
                <a16:creationId xmlns:a16="http://schemas.microsoft.com/office/drawing/2014/main" id="{EA897DAE-969E-4A98-9A14-D78998FCA2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CBE57AD-36D7-4612-BC6C-FD26E4F5F3FB}"/>
              </a:ext>
            </a:extLst>
          </p:cNvPr>
          <p:cNvSpPr>
            <a:spLocks noGrp="1"/>
          </p:cNvSpPr>
          <p:nvPr>
            <p:ph type="sldNum" sz="quarter" idx="12"/>
          </p:nvPr>
        </p:nvSpPr>
        <p:spPr/>
        <p:txBody>
          <a:bodyPr/>
          <a:lstStyle/>
          <a:p>
            <a:fld id="{86889C5C-8171-4CA3-86B1-670B90C02708}" type="slidenum">
              <a:rPr lang="en-GB" smtClean="0"/>
              <a:t>‹#›</a:t>
            </a:fld>
            <a:endParaRPr lang="en-GB"/>
          </a:p>
        </p:txBody>
      </p:sp>
    </p:spTree>
    <p:extLst>
      <p:ext uri="{BB962C8B-B14F-4D97-AF65-F5344CB8AC3E}">
        <p14:creationId xmlns:p14="http://schemas.microsoft.com/office/powerpoint/2010/main" val="2515948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BA6DE3-0760-41AD-BF39-11F2AE3280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FAE5769-DE97-452B-ADF6-47B7749182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DAB7824-5F2D-4009-B8E8-FAF80DB0E8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780940-8675-4BEF-85B2-83D18652CAFC}" type="datetime1">
              <a:rPr lang="en-GB" smtClean="0"/>
              <a:t>20/01/2026</a:t>
            </a:fld>
            <a:endParaRPr lang="en-GB"/>
          </a:p>
        </p:txBody>
      </p:sp>
      <p:sp>
        <p:nvSpPr>
          <p:cNvPr id="5" name="Footer Placeholder 4">
            <a:extLst>
              <a:ext uri="{FF2B5EF4-FFF2-40B4-BE49-F238E27FC236}">
                <a16:creationId xmlns:a16="http://schemas.microsoft.com/office/drawing/2014/main" id="{5A30603D-F9D5-4B1F-8D76-39192D04A9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87E2158-3615-4121-8953-3310715B38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889C5C-8171-4CA3-86B1-670B90C02708}" type="slidenum">
              <a:rPr lang="en-GB" smtClean="0"/>
              <a:t>‹#›</a:t>
            </a:fld>
            <a:endParaRPr lang="en-GB"/>
          </a:p>
        </p:txBody>
      </p:sp>
    </p:spTree>
    <p:extLst>
      <p:ext uri="{BB962C8B-B14F-4D97-AF65-F5344CB8AC3E}">
        <p14:creationId xmlns:p14="http://schemas.microsoft.com/office/powerpoint/2010/main" val="11785002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BA6DE3-0760-41AD-BF39-11F2AE3280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FAE5769-DE97-452B-ADF6-47B7749182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DAB7824-5F2D-4009-B8E8-FAF80DB0E8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9A0FC6-E3E5-43D0-8BE7-EB228EC375BA}" type="datetimeFigureOut">
              <a:rPr lang="en-GB" smtClean="0"/>
              <a:t>20/01/2026</a:t>
            </a:fld>
            <a:endParaRPr lang="en-GB"/>
          </a:p>
        </p:txBody>
      </p:sp>
      <p:sp>
        <p:nvSpPr>
          <p:cNvPr id="5" name="Footer Placeholder 4">
            <a:extLst>
              <a:ext uri="{FF2B5EF4-FFF2-40B4-BE49-F238E27FC236}">
                <a16:creationId xmlns:a16="http://schemas.microsoft.com/office/drawing/2014/main" id="{5A30603D-F9D5-4B1F-8D76-39192D04A9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87E2158-3615-4121-8953-3310715B38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889C5C-8171-4CA3-86B1-670B90C02708}" type="slidenum">
              <a:rPr lang="en-GB" smtClean="0"/>
              <a:t>‹#›</a:t>
            </a:fld>
            <a:endParaRPr lang="en-GB"/>
          </a:p>
        </p:txBody>
      </p:sp>
    </p:spTree>
    <p:extLst>
      <p:ext uri="{BB962C8B-B14F-4D97-AF65-F5344CB8AC3E}">
        <p14:creationId xmlns:p14="http://schemas.microsoft.com/office/powerpoint/2010/main" val="5594890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4.svg"/><Relationship Id="rId13" Type="http://schemas.openxmlformats.org/officeDocument/2006/relationships/image" Target="../media/image9.png"/><Relationship Id="rId18" Type="http://schemas.openxmlformats.org/officeDocument/2006/relationships/image" Target="../media/image14.svg"/><Relationship Id="rId3" Type="http://schemas.openxmlformats.org/officeDocument/2006/relationships/hyperlink" Target="http://twitter.com/jcgm1978" TargetMode="External"/><Relationship Id="rId21" Type="http://schemas.openxmlformats.org/officeDocument/2006/relationships/image" Target="../media/image15.gif"/><Relationship Id="rId7" Type="http://schemas.openxmlformats.org/officeDocument/2006/relationships/image" Target="../media/image3.png"/><Relationship Id="rId12" Type="http://schemas.openxmlformats.org/officeDocument/2006/relationships/image" Target="../media/image8.svg"/><Relationship Id="rId17" Type="http://schemas.openxmlformats.org/officeDocument/2006/relationships/image" Target="../media/image13.png"/><Relationship Id="rId2" Type="http://schemas.openxmlformats.org/officeDocument/2006/relationships/notesSlide" Target="../notesSlides/notesSlide2.xml"/><Relationship Id="rId16" Type="http://schemas.openxmlformats.org/officeDocument/2006/relationships/image" Target="../media/image12.svg"/><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hyperlink" Target="https://jcgonzalezmartin.wordpress.com/" TargetMode="External"/><Relationship Id="rId11" Type="http://schemas.openxmlformats.org/officeDocument/2006/relationships/image" Target="../media/image7.png"/><Relationship Id="rId5" Type="http://schemas.openxmlformats.org/officeDocument/2006/relationships/hyperlink" Target="https://nl.linkedin.com/in/juagon" TargetMode="External"/><Relationship Id="rId15" Type="http://schemas.openxmlformats.org/officeDocument/2006/relationships/image" Target="../media/image11.png"/><Relationship Id="rId10" Type="http://schemas.openxmlformats.org/officeDocument/2006/relationships/image" Target="../media/image6.svg"/><Relationship Id="rId19" Type="http://schemas.openxmlformats.org/officeDocument/2006/relationships/image" Target="../media/image1.png"/><Relationship Id="rId4" Type="http://schemas.openxmlformats.org/officeDocument/2006/relationships/hyperlink" Target="mailto:jcgonzalezmartin1978@hotmail.com" TargetMode="External"/><Relationship Id="rId9" Type="http://schemas.openxmlformats.org/officeDocument/2006/relationships/image" Target="../media/image5.png"/><Relationship Id="rId14" Type="http://schemas.openxmlformats.org/officeDocument/2006/relationships/image" Target="../media/image10.svg"/><Relationship Id="rId22" Type="http://schemas.openxmlformats.org/officeDocument/2006/relationships/image" Target="../media/image16.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8.gif"/><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9.gif"/><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hyperlink" Target="https://techcommunity.microsoft.com/blog/onedriveblog/copilot--onedrive-intelligence-in-every-click-inspiration-in-every-memory/4458882" TargetMode="External"/><Relationship Id="rId7" Type="http://schemas.openxmlformats.org/officeDocument/2006/relationships/hyperlink" Target="https://support.microsoft.com/en-us/office/frequently-asked-questions-about-copilot-in-sharepoint-eb1b7668-3d98-4a93-98ef-f0c6dfc694f0#:~:text=What's%20the%20limit%20of%20number,4%20folders%20+%2016%20files"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hyperlink" Target="https://support.microsoft.com/en-us/office/get-started-with-copilot-in-onedrive-7fc81e10-e0cf-4da8-af2e-9876a2770e5d" TargetMode="External"/><Relationship Id="rId5" Type="http://schemas.openxmlformats.org/officeDocument/2006/relationships/hyperlink" Target="https://www.youtube.com/watch?v=L6CWEU3kIjg" TargetMode="External"/><Relationship Id="rId4" Type="http://schemas.openxmlformats.org/officeDocument/2006/relationships/hyperlink" Target="https://techcommunity.microsoft.com/blog/spblog/ux-updates-ai-actions--forms-in-document-libraries/4466700"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o365itpros.gumroad.com/l/O365IT" TargetMode="External"/><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50.jpeg"/></Relationships>
</file>

<file path=ppt/slides/_rels/slide3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9F3CD175-EA26-4A5C-AB39-D8D93B1DEF59}"/>
              </a:ext>
            </a:extLst>
          </p:cNvPr>
          <p:cNvSpPr txBox="1"/>
          <p:nvPr/>
        </p:nvSpPr>
        <p:spPr>
          <a:xfrm>
            <a:off x="448094" y="2539363"/>
            <a:ext cx="6285406" cy="2081215"/>
          </a:xfrm>
          <a:prstGeom prst="rect">
            <a:avLst/>
          </a:prstGeom>
        </p:spPr>
        <p:txBody>
          <a:bodyPr wrap="none" rtlCol="0" anchor="ctr">
            <a:normAutofit/>
          </a:bodyPr>
          <a:lstStyle/>
          <a:p>
            <a:pPr marL="0" marR="0" lvl="0" indent="0" algn="l" defTabSz="91438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Copilot in SharePoint &amp; OneDrive: The path toward efficient and </a:t>
            </a:r>
          </a:p>
          <a:p>
            <a:pPr marL="0" marR="0" lvl="0" indent="0" algn="l" defTabSz="91438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Intelligent document management</a:t>
            </a: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14389"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Juan Carlos Gonzalez | Microsoft 365 &amp; Microsoft 365 Copilot MVP | M365 SME &amp; Delivery Manager</a:t>
            </a: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pic>
        <p:nvPicPr>
          <p:cNvPr id="29" name="Imagen 11">
            <a:extLst>
              <a:ext uri="{FF2B5EF4-FFF2-40B4-BE49-F238E27FC236}">
                <a16:creationId xmlns:a16="http://schemas.microsoft.com/office/drawing/2014/main" id="{91124846-F400-4F84-B758-C393858260C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820848" y="5001390"/>
            <a:ext cx="1023335" cy="1023335"/>
          </a:xfrm>
          <a:prstGeom prst="rect">
            <a:avLst/>
          </a:prstGeom>
        </p:spPr>
      </p:pic>
      <p:pic>
        <p:nvPicPr>
          <p:cNvPr id="30" name="Imagen 12">
            <a:extLst>
              <a:ext uri="{FF2B5EF4-FFF2-40B4-BE49-F238E27FC236}">
                <a16:creationId xmlns:a16="http://schemas.microsoft.com/office/drawing/2014/main" id="{68CAC254-AD86-46E6-96B5-BDD19ABB2C7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6272" y="4868764"/>
            <a:ext cx="813845" cy="1288589"/>
          </a:xfrm>
          <a:prstGeom prst="rect">
            <a:avLst/>
          </a:prstGeom>
        </p:spPr>
      </p:pic>
    </p:spTree>
    <p:extLst>
      <p:ext uri="{BB962C8B-B14F-4D97-AF65-F5344CB8AC3E}">
        <p14:creationId xmlns:p14="http://schemas.microsoft.com/office/powerpoint/2010/main" val="1600899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6" name="TextBox 33">
            <a:extLst>
              <a:ext uri="{FF2B5EF4-FFF2-40B4-BE49-F238E27FC236}">
                <a16:creationId xmlns:a16="http://schemas.microsoft.com/office/drawing/2014/main" id="{185BF12B-084D-46B6-A345-EF6BBBD11F79}"/>
              </a:ext>
            </a:extLst>
          </p:cNvPr>
          <p:cNvSpPr txBox="1"/>
          <p:nvPr/>
        </p:nvSpPr>
        <p:spPr>
          <a:xfrm>
            <a:off x="6616546" y="696878"/>
            <a:ext cx="5575453" cy="369332"/>
          </a:xfrm>
          <a:prstGeom prst="rect">
            <a:avLst/>
          </a:prstGeom>
          <a:noFill/>
        </p:spPr>
        <p:txBody>
          <a:bodyPr wrap="square" rtlCol="0">
            <a:spAutoFit/>
          </a:bodyPr>
          <a:lstStyle/>
          <a:p>
            <a:pPr lvl="0">
              <a:defRPr/>
            </a:pPr>
            <a:r>
              <a:rPr kumimoji="0" lang="es-CO"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hlinkClick r:id="rId3">
                  <a:extLst>
                    <a:ext uri="{A12FA001-AC4F-418D-AE19-62706E023703}">
                      <ahyp:hlinkClr xmlns:ahyp="http://schemas.microsoft.com/office/drawing/2018/hyperlinkcolor" val="tx"/>
                    </a:ext>
                  </a:extLst>
                </a:hlinkClick>
              </a:rPr>
              <a:t>@jcgm1978</a:t>
            </a:r>
            <a:r>
              <a:rPr lang="es-CO" dirty="0">
                <a:solidFill>
                  <a:prstClr val="white"/>
                </a:solidFill>
                <a:latin typeface="Segoe UI Semibold" panose="020B0702040204020203" pitchFamily="34" charset="0"/>
                <a:cs typeface="Segoe UI Semibold" panose="020B0702040204020203" pitchFamily="34" charset="0"/>
              </a:rPr>
              <a:t> | @jcgm1978.bsky.social</a:t>
            </a:r>
            <a:r>
              <a:rPr kumimoji="0" lang="es-CO"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 </a:t>
            </a:r>
          </a:p>
        </p:txBody>
      </p:sp>
      <p:sp>
        <p:nvSpPr>
          <p:cNvPr id="27" name="TextBox 33">
            <a:extLst>
              <a:ext uri="{FF2B5EF4-FFF2-40B4-BE49-F238E27FC236}">
                <a16:creationId xmlns:a16="http://schemas.microsoft.com/office/drawing/2014/main" id="{74894F26-2531-4919-AD94-D242B61D9ABC}"/>
              </a:ext>
            </a:extLst>
          </p:cNvPr>
          <p:cNvSpPr txBox="1"/>
          <p:nvPr/>
        </p:nvSpPr>
        <p:spPr>
          <a:xfrm>
            <a:off x="6616547" y="1358012"/>
            <a:ext cx="404976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hlinkClick r:id="rId4">
                  <a:extLst>
                    <a:ext uri="{A12FA001-AC4F-418D-AE19-62706E023703}">
                      <ahyp:hlinkClr xmlns:ahyp="http://schemas.microsoft.com/office/drawing/2018/hyperlinkcolor" val="tx"/>
                    </a:ext>
                  </a:extLst>
                </a:hlinkClick>
              </a:rPr>
              <a:t>jcgonzalezmartin1978@hotmail.com</a:t>
            </a:r>
            <a:r>
              <a:rPr kumimoji="0" lang="es-CO" sz="1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 </a:t>
            </a:r>
            <a:endParaRPr kumimoji="0" lang="en-US" sz="1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28" name="TextBox 33">
            <a:extLst>
              <a:ext uri="{FF2B5EF4-FFF2-40B4-BE49-F238E27FC236}">
                <a16:creationId xmlns:a16="http://schemas.microsoft.com/office/drawing/2014/main" id="{A5402183-D47A-4420-AA88-00385585C397}"/>
              </a:ext>
            </a:extLst>
          </p:cNvPr>
          <p:cNvSpPr txBox="1"/>
          <p:nvPr/>
        </p:nvSpPr>
        <p:spPr>
          <a:xfrm>
            <a:off x="6616547" y="2076469"/>
            <a:ext cx="368158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hlinkClick r:id="rId5">
                  <a:extLst>
                    <a:ext uri="{A12FA001-AC4F-418D-AE19-62706E023703}">
                      <ahyp:hlinkClr xmlns:ahyp="http://schemas.microsoft.com/office/drawing/2018/hyperlinkcolor" val="tx"/>
                    </a:ext>
                  </a:extLst>
                </a:hlinkClick>
              </a:rPr>
              <a:t>https://nl.linkedin.com/in/juagon</a:t>
            </a:r>
            <a:endParaRPr kumimoji="0" lang="en-US" sz="1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29" name="TextBox 33">
            <a:extLst>
              <a:ext uri="{FF2B5EF4-FFF2-40B4-BE49-F238E27FC236}">
                <a16:creationId xmlns:a16="http://schemas.microsoft.com/office/drawing/2014/main" id="{016B611D-7570-4388-89B6-8CE0C17E088A}"/>
              </a:ext>
            </a:extLst>
          </p:cNvPr>
          <p:cNvSpPr txBox="1"/>
          <p:nvPr/>
        </p:nvSpPr>
        <p:spPr>
          <a:xfrm>
            <a:off x="6616547" y="2722355"/>
            <a:ext cx="45096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hlinkClick r:id="rId6">
                  <a:extLst>
                    <a:ext uri="{A12FA001-AC4F-418D-AE19-62706E023703}">
                      <ahyp:hlinkClr xmlns:ahyp="http://schemas.microsoft.com/office/drawing/2018/hyperlinkcolor" val="tx"/>
                    </a:ext>
                  </a:extLst>
                </a:hlinkClick>
              </a:rPr>
              <a:t>https://jcgonzalezmartin.wordpress.com/</a:t>
            </a:r>
            <a:endParaRPr kumimoji="0" lang="en-US" sz="1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4" name="TextBox 33">
            <a:extLst>
              <a:ext uri="{FF2B5EF4-FFF2-40B4-BE49-F238E27FC236}">
                <a16:creationId xmlns:a16="http://schemas.microsoft.com/office/drawing/2014/main" id="{1A45BD1A-1158-492D-A42E-94A957682656}"/>
              </a:ext>
            </a:extLst>
          </p:cNvPr>
          <p:cNvSpPr txBox="1"/>
          <p:nvPr/>
        </p:nvSpPr>
        <p:spPr>
          <a:xfrm>
            <a:off x="6616547" y="3536042"/>
            <a:ext cx="530160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https://www.youtube.com/@jcgonzalezmartin </a:t>
            </a:r>
          </a:p>
        </p:txBody>
      </p:sp>
      <p:pic>
        <p:nvPicPr>
          <p:cNvPr id="35" name="Graphic 34" descr="Presentation with media">
            <a:extLst>
              <a:ext uri="{FF2B5EF4-FFF2-40B4-BE49-F238E27FC236}">
                <a16:creationId xmlns:a16="http://schemas.microsoft.com/office/drawing/2014/main" id="{F11064A7-B4FB-453C-9A1E-689194DDAE1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898260" y="3459380"/>
            <a:ext cx="603945" cy="603945"/>
          </a:xfrm>
          <a:prstGeom prst="rect">
            <a:avLst/>
          </a:prstGeom>
        </p:spPr>
      </p:pic>
      <p:pic>
        <p:nvPicPr>
          <p:cNvPr id="36" name="Graphic 35" descr="Chat bubble">
            <a:extLst>
              <a:ext uri="{FF2B5EF4-FFF2-40B4-BE49-F238E27FC236}">
                <a16:creationId xmlns:a16="http://schemas.microsoft.com/office/drawing/2014/main" id="{F9C00632-7EFB-4429-BC45-7BB42E4D830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910620" y="623707"/>
            <a:ext cx="603504" cy="603504"/>
          </a:xfrm>
          <a:prstGeom prst="rect">
            <a:avLst/>
          </a:prstGeom>
        </p:spPr>
      </p:pic>
      <p:pic>
        <p:nvPicPr>
          <p:cNvPr id="37" name="Graphic 36" descr="Podcast">
            <a:extLst>
              <a:ext uri="{FF2B5EF4-FFF2-40B4-BE49-F238E27FC236}">
                <a16:creationId xmlns:a16="http://schemas.microsoft.com/office/drawing/2014/main" id="{9C4A9E7B-405D-47FB-B13F-AFC796D2AC3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884329" y="2683097"/>
            <a:ext cx="603946" cy="603946"/>
          </a:xfrm>
          <a:prstGeom prst="rect">
            <a:avLst/>
          </a:prstGeom>
        </p:spPr>
      </p:pic>
      <p:pic>
        <p:nvPicPr>
          <p:cNvPr id="38" name="Graphic 37" descr="Envelope">
            <a:extLst>
              <a:ext uri="{FF2B5EF4-FFF2-40B4-BE49-F238E27FC236}">
                <a16:creationId xmlns:a16="http://schemas.microsoft.com/office/drawing/2014/main" id="{6BF4B86D-41ED-4B4D-9575-7AFB22B1311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929636" y="1308168"/>
            <a:ext cx="603504" cy="603504"/>
          </a:xfrm>
          <a:prstGeom prst="rect">
            <a:avLst/>
          </a:prstGeom>
        </p:spPr>
      </p:pic>
      <p:pic>
        <p:nvPicPr>
          <p:cNvPr id="39" name="Graphic 38" descr="Hero Male">
            <a:extLst>
              <a:ext uri="{FF2B5EF4-FFF2-40B4-BE49-F238E27FC236}">
                <a16:creationId xmlns:a16="http://schemas.microsoft.com/office/drawing/2014/main" id="{273740DE-0FC9-4788-A59B-CFD241313781}"/>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910620" y="1967914"/>
            <a:ext cx="603504" cy="603504"/>
          </a:xfrm>
          <a:prstGeom prst="rect">
            <a:avLst/>
          </a:prstGeom>
        </p:spPr>
      </p:pic>
      <p:sp>
        <p:nvSpPr>
          <p:cNvPr id="3" name="Slide Number Placeholder 2">
            <a:extLst>
              <a:ext uri="{FF2B5EF4-FFF2-40B4-BE49-F238E27FC236}">
                <a16:creationId xmlns:a16="http://schemas.microsoft.com/office/drawing/2014/main" id="{181EEE7D-26E0-C306-E553-ECC078C412D9}"/>
              </a:ext>
            </a:extLst>
          </p:cNvPr>
          <p:cNvSpPr>
            <a:spLocks noGrp="1"/>
          </p:cNvSpPr>
          <p:nvPr>
            <p:ph type="sldNum" sz="quarter" idx="12"/>
          </p:nvPr>
        </p:nvSpPr>
        <p:spPr/>
        <p:txBody>
          <a:bodyPr/>
          <a:lstStyle/>
          <a:p>
            <a:fld id="{86889C5C-8171-4CA3-86B1-670B90C02708}" type="slidenum">
              <a:rPr lang="en-GB" smtClean="0"/>
              <a:t>2</a:t>
            </a:fld>
            <a:endParaRPr lang="en-GB"/>
          </a:p>
        </p:txBody>
      </p:sp>
      <p:sp>
        <p:nvSpPr>
          <p:cNvPr id="5" name="TextBox 4">
            <a:extLst>
              <a:ext uri="{FF2B5EF4-FFF2-40B4-BE49-F238E27FC236}">
                <a16:creationId xmlns:a16="http://schemas.microsoft.com/office/drawing/2014/main" id="{9D2FD5B9-F9DF-8C48-13A2-70EB636373EB}"/>
              </a:ext>
            </a:extLst>
          </p:cNvPr>
          <p:cNvSpPr txBox="1"/>
          <p:nvPr/>
        </p:nvSpPr>
        <p:spPr>
          <a:xfrm>
            <a:off x="6616547" y="4362049"/>
            <a:ext cx="5301609" cy="369332"/>
          </a:xfrm>
          <a:prstGeom prst="rect">
            <a:avLst/>
          </a:prstGeom>
          <a:noFill/>
        </p:spPr>
        <p:txBody>
          <a:bodyPr wrap="square">
            <a:spAutoFit/>
          </a:bodyPr>
          <a:lstStyle/>
          <a:p>
            <a:r>
              <a:rPr lang="en-US" u="sng" dirty="0">
                <a:solidFill>
                  <a:schemeClr val="bg1"/>
                </a:solidFill>
                <a:latin typeface="Segoe UI Semibold" panose="020B0702040204020203" pitchFamily="34" charset="0"/>
                <a:cs typeface="Segoe UI Semibold" panose="020B0702040204020203" pitchFamily="34" charset="0"/>
              </a:rPr>
              <a:t>https://office365itpros.com/</a:t>
            </a:r>
          </a:p>
        </p:txBody>
      </p:sp>
      <p:pic>
        <p:nvPicPr>
          <p:cNvPr id="7" name="Graphic 6" descr="Storytelling with solid fill">
            <a:extLst>
              <a:ext uri="{FF2B5EF4-FFF2-40B4-BE49-F238E27FC236}">
                <a16:creationId xmlns:a16="http://schemas.microsoft.com/office/drawing/2014/main" id="{3DBD34B1-63FD-6DE3-CCC4-C0446E4AFCAF}"/>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989681" y="4228397"/>
            <a:ext cx="603504" cy="603504"/>
          </a:xfrm>
          <a:prstGeom prst="rect">
            <a:avLst/>
          </a:prstGeom>
        </p:spPr>
      </p:pic>
      <p:pic>
        <p:nvPicPr>
          <p:cNvPr id="4" name="Imagen 11">
            <a:extLst>
              <a:ext uri="{FF2B5EF4-FFF2-40B4-BE49-F238E27FC236}">
                <a16:creationId xmlns:a16="http://schemas.microsoft.com/office/drawing/2014/main" id="{BFFD08B2-9593-7D70-FC16-4E629BE030C6}"/>
              </a:ext>
            </a:extLst>
          </p:cNvPr>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2046583" y="4504429"/>
            <a:ext cx="1023335" cy="1023335"/>
          </a:xfrm>
          <a:prstGeom prst="rect">
            <a:avLst/>
          </a:prstGeom>
        </p:spPr>
      </p:pic>
      <p:pic>
        <p:nvPicPr>
          <p:cNvPr id="6" name="Imagen 12">
            <a:extLst>
              <a:ext uri="{FF2B5EF4-FFF2-40B4-BE49-F238E27FC236}">
                <a16:creationId xmlns:a16="http://schemas.microsoft.com/office/drawing/2014/main" id="{26F57E78-F9C0-D860-5639-81641448C6A5}"/>
              </a:ext>
            </a:extLst>
          </p:cNvPr>
          <p:cNvPicPr>
            <a:picLocks noChangeAspect="1"/>
          </p:cNvPicPr>
          <p:nvPr/>
        </p:nvPicPr>
        <p:blipFill>
          <a:blip r:embed="rId20" cstate="screen">
            <a:extLst>
              <a:ext uri="{28A0092B-C50C-407E-A947-70E740481C1C}">
                <a14:useLocalDpi xmlns:a14="http://schemas.microsoft.com/office/drawing/2010/main"/>
              </a:ext>
            </a:extLst>
          </a:blip>
          <a:stretch>
            <a:fillRect/>
          </a:stretch>
        </p:blipFill>
        <p:spPr>
          <a:xfrm>
            <a:off x="991188" y="4335580"/>
            <a:ext cx="813845" cy="1288589"/>
          </a:xfrm>
          <a:prstGeom prst="rect">
            <a:avLst/>
          </a:prstGeom>
        </p:spPr>
      </p:pic>
      <p:pic>
        <p:nvPicPr>
          <p:cNvPr id="8" name="Picture 28" descr="A black and white logo&#10;&#10;Description automatically generated">
            <a:extLst>
              <a:ext uri="{FF2B5EF4-FFF2-40B4-BE49-F238E27FC236}">
                <a16:creationId xmlns:a16="http://schemas.microsoft.com/office/drawing/2014/main" id="{F3B5AE3E-775B-BB40-718E-B6A5CC8464BC}"/>
              </a:ext>
            </a:extLst>
          </p:cNvPr>
          <p:cNvPicPr>
            <a:picLocks noChangeAspect="1"/>
          </p:cNvPicPr>
          <p:nvPr/>
        </p:nvPicPr>
        <p:blipFill>
          <a:blip r:embed="rId21"/>
          <a:stretch>
            <a:fillRect/>
          </a:stretch>
        </p:blipFill>
        <p:spPr>
          <a:xfrm>
            <a:off x="3311468" y="4774546"/>
            <a:ext cx="1252385" cy="483099"/>
          </a:xfrm>
          <a:prstGeom prst="rect">
            <a:avLst/>
          </a:prstGeom>
        </p:spPr>
      </p:pic>
      <p:pic>
        <p:nvPicPr>
          <p:cNvPr id="11" name="Picture 10" descr="The image shows a person with a gray, casual shirt and a neutral background.&#10;&#10;AI-generated content may be incorrect.">
            <a:extLst>
              <a:ext uri="{FF2B5EF4-FFF2-40B4-BE49-F238E27FC236}">
                <a16:creationId xmlns:a16="http://schemas.microsoft.com/office/drawing/2014/main" id="{08D07868-5F56-60AB-BC66-4CF735721499}"/>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896728" y="343024"/>
            <a:ext cx="3667125" cy="3562350"/>
          </a:xfrm>
          <a:prstGeom prst="ellipse">
            <a:avLst/>
          </a:prstGeom>
          <a:ln>
            <a:noFill/>
          </a:ln>
          <a:effectLst>
            <a:softEdge rad="112500"/>
          </a:effectLst>
        </p:spPr>
      </p:pic>
    </p:spTree>
    <p:extLst>
      <p:ext uri="{BB962C8B-B14F-4D97-AF65-F5344CB8AC3E}">
        <p14:creationId xmlns:p14="http://schemas.microsoft.com/office/powerpoint/2010/main" val="1779228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E87AB4C8-22BA-4820-AF6F-D1D69D3A96BE}"/>
              </a:ext>
            </a:extLst>
          </p:cNvPr>
          <p:cNvSpPr txBox="1"/>
          <p:nvPr/>
        </p:nvSpPr>
        <p:spPr>
          <a:xfrm>
            <a:off x="413457" y="281072"/>
            <a:ext cx="8633561" cy="965837"/>
          </a:xfrm>
          <a:prstGeom prst="rect">
            <a:avLst/>
          </a:prstGeom>
        </p:spPr>
        <p:txBody>
          <a:bodyPr wrap="none" rtlCol="0" anchor="ctr">
            <a:normAutofit/>
          </a:bodyPr>
          <a:lstStyle/>
          <a:p>
            <a:pPr marL="0" marR="0" lvl="0" indent="0" algn="l" defTabSz="914389"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Agenda</a:t>
            </a: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23" name="Text Placeholder 4">
            <a:extLst>
              <a:ext uri="{FF2B5EF4-FFF2-40B4-BE49-F238E27FC236}">
                <a16:creationId xmlns:a16="http://schemas.microsoft.com/office/drawing/2014/main" id="{3620BA6E-30C5-44DF-9089-25BCFEB87085}"/>
              </a:ext>
            </a:extLst>
          </p:cNvPr>
          <p:cNvSpPr txBox="1">
            <a:spLocks/>
          </p:cNvSpPr>
          <p:nvPr/>
        </p:nvSpPr>
        <p:spPr>
          <a:xfrm>
            <a:off x="525234" y="1783669"/>
            <a:ext cx="11082566" cy="4678204"/>
          </a:xfrm>
          <a:prstGeom prst="rect">
            <a:avLst/>
          </a:prstGeom>
          <a:noFill/>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200" kern="1200" spc="0" baseline="0">
                <a:gradFill>
                  <a:gsLst>
                    <a:gs pos="91000">
                      <a:schemeClr val="tx1"/>
                    </a:gs>
                    <a:gs pos="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buFont typeface="Arial" panose="020B0604020202020204" pitchFamily="34" charset="0"/>
              <a:buChar char="•"/>
              <a:defRPr/>
            </a:pPr>
            <a:endParaRPr lang="en-US" sz="1600" dirty="0">
              <a:solidFill>
                <a:prstClr val="white"/>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defRPr/>
            </a:pPr>
            <a:r>
              <a:rPr lang="es-ES" sz="1800" dirty="0">
                <a:solidFill>
                  <a:prstClr val="white"/>
                </a:solidFill>
                <a:latin typeface="Segoe UI Semibold" panose="020B0702040204020203" pitchFamily="34" charset="0"/>
                <a:cs typeface="Segoe UI Semibold" panose="020B0702040204020203" pitchFamily="34" charset="0"/>
              </a:rPr>
              <a:t>SharePoint + OneDrive </a:t>
            </a:r>
            <a:r>
              <a:rPr lang="en-US" sz="1800" noProof="0" dirty="0">
                <a:solidFill>
                  <a:prstClr val="white"/>
                </a:solidFill>
                <a:latin typeface="Segoe UI Semibold" panose="020B0702040204020203" pitchFamily="34" charset="0"/>
                <a:cs typeface="Segoe UI Semibold" panose="020B0702040204020203" pitchFamily="34" charset="0"/>
              </a:rPr>
              <a:t>and their Key Role in Microsoft 365</a:t>
            </a:r>
          </a:p>
          <a:p>
            <a:pPr marL="285750" indent="-285750">
              <a:buFont typeface="Arial" panose="020B0604020202020204" pitchFamily="34" charset="0"/>
              <a:buChar char="•"/>
              <a:defRPr/>
            </a:pPr>
            <a:endParaRPr lang="es-ES" sz="1800" dirty="0">
              <a:solidFill>
                <a:prstClr val="white"/>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defRPr/>
            </a:pPr>
            <a:r>
              <a:rPr lang="en-US" sz="1800" dirty="0">
                <a:solidFill>
                  <a:prstClr val="white"/>
                </a:solidFill>
                <a:latin typeface="Segoe UI Semibold" panose="020B0702040204020203" pitchFamily="34" charset="0"/>
                <a:cs typeface="Segoe UI Semibold" panose="020B0702040204020203" pitchFamily="34" charset="0"/>
              </a:rPr>
              <a:t>Copilot in SharePoint (aka AI Actions) + Copilot in OneDrive: Use Cases</a:t>
            </a:r>
          </a:p>
          <a:p>
            <a:pPr>
              <a:defRPr/>
            </a:pPr>
            <a:r>
              <a:rPr lang="en-US" sz="1800" dirty="0">
                <a:solidFill>
                  <a:prstClr val="white"/>
                </a:solidFill>
                <a:latin typeface="Segoe UI Semibold" panose="020B0702040204020203" pitchFamily="34" charset="0"/>
                <a:cs typeface="Segoe UI Semibold" panose="020B0702040204020203" pitchFamily="34" charset="0"/>
              </a:rPr>
              <a:t> </a:t>
            </a:r>
          </a:p>
          <a:p>
            <a:pPr marL="285750" indent="-285750">
              <a:buFont typeface="Arial" panose="020B0604020202020204" pitchFamily="34" charset="0"/>
              <a:buChar char="•"/>
              <a:defRPr/>
            </a:pPr>
            <a:r>
              <a:rPr lang="en-US" sz="1800" dirty="0">
                <a:solidFill>
                  <a:prstClr val="white"/>
                </a:solidFill>
                <a:latin typeface="Segoe UI Semibold" panose="020B0702040204020203" pitchFamily="34" charset="0"/>
                <a:cs typeface="Segoe UI Semibold" panose="020B0702040204020203" pitchFamily="34" charset="0"/>
              </a:rPr>
              <a:t>Copilot in OneDrive for Business + OneDrive Agents</a:t>
            </a:r>
          </a:p>
          <a:p>
            <a:pPr marL="285750" indent="-285750">
              <a:buFont typeface="Arial" panose="020B0604020202020204" pitchFamily="34" charset="0"/>
              <a:buChar char="•"/>
              <a:defRPr/>
            </a:pPr>
            <a:endParaRPr lang="en-US" sz="1800" dirty="0">
              <a:solidFill>
                <a:prstClr val="white"/>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defRPr/>
            </a:pPr>
            <a:r>
              <a:rPr lang="en-US" sz="1800" dirty="0">
                <a:solidFill>
                  <a:prstClr val="white"/>
                </a:solidFill>
                <a:latin typeface="Segoe UI Semibold" panose="020B0702040204020203" pitchFamily="34" charset="0"/>
                <a:cs typeface="Segoe UI Semibold" panose="020B0702040204020203" pitchFamily="34" charset="0"/>
              </a:rPr>
              <a:t>AI Actions for SharePoint Sites</a:t>
            </a:r>
          </a:p>
          <a:p>
            <a:pPr marL="285750" indent="-285750">
              <a:buFont typeface="Arial" panose="020B0604020202020204" pitchFamily="34" charset="0"/>
              <a:buChar char="•"/>
              <a:defRPr/>
            </a:pPr>
            <a:endParaRPr lang="en-US" sz="1800" dirty="0">
              <a:solidFill>
                <a:prstClr val="white"/>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defRPr/>
            </a:pPr>
            <a:r>
              <a:rPr lang="en-US" sz="1800" dirty="0">
                <a:solidFill>
                  <a:prstClr val="white"/>
                </a:solidFill>
                <a:latin typeface="Segoe UI Semibold" panose="020B0702040204020203" pitchFamily="34" charset="0"/>
                <a:cs typeface="Segoe UI Semibold" panose="020B0702040204020203" pitchFamily="34" charset="0"/>
              </a:rPr>
              <a:t>Prerequisites for Copilot in OneDrive for Business &amp; AI Actions for SharePoint Sites</a:t>
            </a:r>
          </a:p>
          <a:p>
            <a:pPr marL="285750" indent="-285750">
              <a:buFont typeface="Arial" panose="020B0604020202020204" pitchFamily="34" charset="0"/>
              <a:buChar char="•"/>
              <a:defRPr/>
            </a:pPr>
            <a:endParaRPr lang="en-US" sz="1800" dirty="0">
              <a:solidFill>
                <a:prstClr val="white"/>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defRPr/>
            </a:pPr>
            <a:r>
              <a:rPr lang="en-US" sz="1800" dirty="0">
                <a:solidFill>
                  <a:prstClr val="white"/>
                </a:solidFill>
                <a:latin typeface="Segoe UI Semibold" panose="020B0702040204020203" pitchFamily="34" charset="0"/>
                <a:cs typeface="Segoe UI Semibold" panose="020B0702040204020203" pitchFamily="34" charset="0"/>
              </a:rPr>
              <a:t>Copilot in OneDrive for Business &amp; AI Actions for SharePoint Sites limits</a:t>
            </a:r>
          </a:p>
          <a:p>
            <a:pPr>
              <a:defRPr/>
            </a:pPr>
            <a:r>
              <a:rPr lang="en-US" sz="1800" dirty="0">
                <a:solidFill>
                  <a:prstClr val="white"/>
                </a:solidFill>
                <a:latin typeface="Segoe UI Semibold" panose="020B0702040204020203" pitchFamily="34" charset="0"/>
                <a:cs typeface="Segoe UI Semibold" panose="020B0702040204020203" pitchFamily="34" charset="0"/>
              </a:rPr>
              <a:t> </a:t>
            </a:r>
          </a:p>
          <a:p>
            <a:pPr marL="285750" indent="-285750">
              <a:buFont typeface="Arial" panose="020B0604020202020204" pitchFamily="34" charset="0"/>
              <a:buChar char="•"/>
              <a:defRPr/>
            </a:pPr>
            <a:r>
              <a:rPr lang="en-US" sz="1800" dirty="0">
                <a:solidFill>
                  <a:prstClr val="white"/>
                </a:solidFill>
                <a:latin typeface="Segoe UI Semibold" panose="020B0702040204020203" pitchFamily="34" charset="0"/>
                <a:cs typeface="Segoe UI Semibold" panose="020B0702040204020203" pitchFamily="34" charset="0"/>
              </a:rPr>
              <a:t>Roadmap</a:t>
            </a:r>
          </a:p>
          <a:p>
            <a:pPr marL="285750" indent="-285750">
              <a:buFont typeface="Arial" panose="020B0604020202020204" pitchFamily="34" charset="0"/>
              <a:buChar char="•"/>
              <a:defRPr/>
            </a:pPr>
            <a:endParaRPr lang="en-US" sz="1800" dirty="0">
              <a:solidFill>
                <a:prstClr val="white"/>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defRPr/>
            </a:pPr>
            <a:r>
              <a:rPr lang="en-US" sz="1800" dirty="0">
                <a:solidFill>
                  <a:prstClr val="white"/>
                </a:solidFill>
                <a:latin typeface="Segoe UI Semibold" panose="020B0702040204020203" pitchFamily="34" charset="0"/>
                <a:cs typeface="Segoe UI Semibold" panose="020B0702040204020203" pitchFamily="34" charset="0"/>
              </a:rPr>
              <a:t>Conclusions &amp; References</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endParaRPr kumimoji="0" lang="en-US" sz="1800" b="0" i="0" u="none" strike="noStrike" kern="1200" cap="none" spc="0" normalizeH="0" baseline="0" noProof="0" dirty="0">
              <a:ln>
                <a:noFill/>
              </a:ln>
              <a:gradFill>
                <a:gsLst>
                  <a:gs pos="91000">
                    <a:srgbClr val="FFFFFF"/>
                  </a:gs>
                  <a:gs pos="0">
                    <a:srgbClr val="FFFFFF"/>
                  </a:gs>
                </a:gsLst>
                <a:lin ang="5400000" scaled="0"/>
              </a:gradFill>
              <a:effectLst/>
              <a:uLnTx/>
              <a:uFillTx/>
              <a:latin typeface="Segoe UI"/>
              <a:ea typeface="+mn-ea"/>
              <a:cs typeface="Segoe UI" panose="020B0502040204020203" pitchFamily="34" charset="0"/>
            </a:endParaRPr>
          </a:p>
        </p:txBody>
      </p:sp>
      <p:sp>
        <p:nvSpPr>
          <p:cNvPr id="3" name="Slide Number Placeholder 2">
            <a:extLst>
              <a:ext uri="{FF2B5EF4-FFF2-40B4-BE49-F238E27FC236}">
                <a16:creationId xmlns:a16="http://schemas.microsoft.com/office/drawing/2014/main" id="{2B3DFE00-0F4B-BE4C-DC34-DF7207C74442}"/>
              </a:ext>
            </a:extLst>
          </p:cNvPr>
          <p:cNvSpPr>
            <a:spLocks noGrp="1"/>
          </p:cNvSpPr>
          <p:nvPr>
            <p:ph type="sldNum" sz="quarter" idx="12"/>
          </p:nvPr>
        </p:nvSpPr>
        <p:spPr/>
        <p:txBody>
          <a:bodyPr/>
          <a:lstStyle/>
          <a:p>
            <a:fld id="{86889C5C-8171-4CA3-86B1-670B90C02708}" type="slidenum">
              <a:rPr lang="en-GB" smtClean="0"/>
              <a:t>3</a:t>
            </a:fld>
            <a:endParaRPr lang="en-GB"/>
          </a:p>
        </p:txBody>
      </p:sp>
    </p:spTree>
    <p:extLst>
      <p:ext uri="{BB962C8B-B14F-4D97-AF65-F5344CB8AC3E}">
        <p14:creationId xmlns:p14="http://schemas.microsoft.com/office/powerpoint/2010/main" val="2611795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3FE94C9-138A-0684-CF95-854C5ABF6A91}"/>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6932E9F3-67E1-0D81-C70E-C48A5F86F6A4}"/>
              </a:ext>
            </a:extLst>
          </p:cNvPr>
          <p:cNvSpPr txBox="1"/>
          <p:nvPr/>
        </p:nvSpPr>
        <p:spPr>
          <a:xfrm>
            <a:off x="448093" y="2539363"/>
            <a:ext cx="11079877" cy="2081215"/>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 sz="2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SharePoint </a:t>
            </a:r>
            <a:r>
              <a:rPr kumimoji="0" lang="es-ES" sz="2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 OneDrive and t</a:t>
            </a:r>
            <a:r>
              <a:rPr kumimoji="0" lang="en-US" sz="2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heir Key Role in Microsoft 365</a:t>
            </a:r>
            <a:endParaRPr kumimoji="0" lang="es-ES" sz="2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extLst>
      <p:ext uri="{BB962C8B-B14F-4D97-AF65-F5344CB8AC3E}">
        <p14:creationId xmlns:p14="http://schemas.microsoft.com/office/powerpoint/2010/main" val="2352161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555BE46-8672-BC79-083C-AD008F88C6A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0266753-0120-9204-82B0-6CE03FD2F8D1}"/>
              </a:ext>
            </a:extLst>
          </p:cNvPr>
          <p:cNvSpPr>
            <a:spLocks noGrp="1"/>
          </p:cNvSpPr>
          <p:nvPr>
            <p:ph type="sldNum" sz="quarter" idx="12"/>
          </p:nvPr>
        </p:nvSpPr>
        <p:spPr/>
        <p:txBody>
          <a:bodyPr/>
          <a:lstStyle/>
          <a:p>
            <a:fld id="{86889C5C-8171-4CA3-86B1-670B90C02708}" type="slidenum">
              <a:rPr lang="en-GB" smtClean="0"/>
              <a:t>5</a:t>
            </a:fld>
            <a:endParaRPr lang="en-GB"/>
          </a:p>
        </p:txBody>
      </p:sp>
      <p:sp>
        <p:nvSpPr>
          <p:cNvPr id="5" name="Oval 4">
            <a:extLst>
              <a:ext uri="{FF2B5EF4-FFF2-40B4-BE49-F238E27FC236}">
                <a16:creationId xmlns:a16="http://schemas.microsoft.com/office/drawing/2014/main" id="{C254C29B-2DE1-C87F-1E4C-F0669E4E5B69}"/>
              </a:ext>
              <a:ext uri="{C183D7F6-B498-43B3-948B-1728B52AA6E4}">
                <adec:decorative xmlns:adec="http://schemas.microsoft.com/office/drawing/2017/decorative" val="1"/>
              </a:ext>
            </a:extLst>
          </p:cNvPr>
          <p:cNvSpPr/>
          <p:nvPr/>
        </p:nvSpPr>
        <p:spPr bwMode="auto">
          <a:xfrm>
            <a:off x="3416410" y="888621"/>
            <a:ext cx="5359179" cy="5359179"/>
          </a:xfrm>
          <a:prstGeom prst="ellipse">
            <a:avLst/>
          </a:prstGeom>
          <a:noFill/>
          <a:ln w="38100" cap="flat" cmpd="sng" algn="ctr">
            <a:solidFill>
              <a:srgbClr val="009999"/>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Aptos" panose="02110004020202020204"/>
              <a:ea typeface="Segoe UI" pitchFamily="34" charset="0"/>
              <a:cs typeface="Segoe UI" pitchFamily="34" charset="0"/>
            </a:endParaRPr>
          </a:p>
        </p:txBody>
      </p:sp>
      <p:sp>
        <p:nvSpPr>
          <p:cNvPr id="7" name="Oval 6">
            <a:extLst>
              <a:ext uri="{FF2B5EF4-FFF2-40B4-BE49-F238E27FC236}">
                <a16:creationId xmlns:a16="http://schemas.microsoft.com/office/drawing/2014/main" id="{76905A65-C9CD-0383-3F6B-F5E6A92BA98A}"/>
              </a:ext>
            </a:extLst>
          </p:cNvPr>
          <p:cNvSpPr/>
          <p:nvPr/>
        </p:nvSpPr>
        <p:spPr bwMode="auto">
          <a:xfrm>
            <a:off x="5690481" y="483104"/>
            <a:ext cx="811033" cy="811033"/>
          </a:xfrm>
          <a:prstGeom prst="ellipse">
            <a:avLst/>
          </a:prstGeom>
          <a:solidFill>
            <a:sysClr val="window" lastClr="FFFFFF"/>
          </a:solidFill>
          <a:ln w="12700"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Aptos" panose="02110004020202020204"/>
              <a:ea typeface="Segoe UI" pitchFamily="34" charset="0"/>
              <a:cs typeface="Segoe UI" pitchFamily="34" charset="0"/>
            </a:endParaRPr>
          </a:p>
        </p:txBody>
      </p:sp>
      <p:grpSp>
        <p:nvGrpSpPr>
          <p:cNvPr id="10" name="Group 9">
            <a:extLst>
              <a:ext uri="{FF2B5EF4-FFF2-40B4-BE49-F238E27FC236}">
                <a16:creationId xmlns:a16="http://schemas.microsoft.com/office/drawing/2014/main" id="{53503728-4058-72B6-1495-06A04C4ED701}"/>
              </a:ext>
              <a:ext uri="{C183D7F6-B498-43B3-948B-1728B52AA6E4}">
                <adec:decorative xmlns:adec="http://schemas.microsoft.com/office/drawing/2017/decorative" val="1"/>
              </a:ext>
            </a:extLst>
          </p:cNvPr>
          <p:cNvGrpSpPr/>
          <p:nvPr/>
        </p:nvGrpSpPr>
        <p:grpSpPr>
          <a:xfrm>
            <a:off x="8021333" y="1836151"/>
            <a:ext cx="811033" cy="811033"/>
            <a:chOff x="8022660" y="1696940"/>
            <a:chExt cx="811033" cy="811033"/>
          </a:xfrm>
        </p:grpSpPr>
        <p:sp>
          <p:nvSpPr>
            <p:cNvPr id="11" name="Oval 10">
              <a:extLst>
                <a:ext uri="{FF2B5EF4-FFF2-40B4-BE49-F238E27FC236}">
                  <a16:creationId xmlns:a16="http://schemas.microsoft.com/office/drawing/2014/main" id="{1951CACE-A372-B906-87C3-C927AC58D86B}"/>
                </a:ext>
              </a:extLst>
            </p:cNvPr>
            <p:cNvSpPr/>
            <p:nvPr/>
          </p:nvSpPr>
          <p:spPr bwMode="auto">
            <a:xfrm>
              <a:off x="8022660" y="1696940"/>
              <a:ext cx="811033" cy="811033"/>
            </a:xfrm>
            <a:prstGeom prst="ellipse">
              <a:avLst/>
            </a:prstGeom>
            <a:solidFill>
              <a:sysClr val="window" lastClr="FFFFFF"/>
            </a:solidFill>
            <a:ln w="12700"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Aptos" panose="02110004020202020204"/>
                <a:ea typeface="Segoe UI" pitchFamily="34" charset="0"/>
                <a:cs typeface="Segoe UI" pitchFamily="34" charset="0"/>
              </a:endParaRPr>
            </a:p>
          </p:txBody>
        </p:sp>
        <p:pic>
          <p:nvPicPr>
            <p:cNvPr id="13" name="Picture 12" descr="A blue and purple logo&#10;&#10;Description automatically generated with low confidence">
              <a:extLst>
                <a:ext uri="{FF2B5EF4-FFF2-40B4-BE49-F238E27FC236}">
                  <a16:creationId xmlns:a16="http://schemas.microsoft.com/office/drawing/2014/main" id="{F96448EC-4FBC-93D0-EE64-0A66B97F73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41930" y="1775568"/>
              <a:ext cx="604296" cy="607395"/>
            </a:xfrm>
            <a:prstGeom prst="rect">
              <a:avLst/>
            </a:prstGeom>
          </p:spPr>
        </p:pic>
      </p:grpSp>
      <p:grpSp>
        <p:nvGrpSpPr>
          <p:cNvPr id="27" name="Group 26">
            <a:extLst>
              <a:ext uri="{FF2B5EF4-FFF2-40B4-BE49-F238E27FC236}">
                <a16:creationId xmlns:a16="http://schemas.microsoft.com/office/drawing/2014/main" id="{7976F28A-FDED-57A2-3EA7-ECE31B701CFF}"/>
              </a:ext>
              <a:ext uri="{C183D7F6-B498-43B3-948B-1728B52AA6E4}">
                <adec:decorative xmlns:adec="http://schemas.microsoft.com/office/drawing/2017/decorative" val="1"/>
              </a:ext>
            </a:extLst>
          </p:cNvPr>
          <p:cNvGrpSpPr/>
          <p:nvPr/>
        </p:nvGrpSpPr>
        <p:grpSpPr>
          <a:xfrm>
            <a:off x="8370072" y="3162693"/>
            <a:ext cx="811033" cy="811033"/>
            <a:chOff x="8371399" y="3023482"/>
            <a:chExt cx="811033" cy="811033"/>
          </a:xfrm>
        </p:grpSpPr>
        <p:sp>
          <p:nvSpPr>
            <p:cNvPr id="28" name="Oval 27">
              <a:extLst>
                <a:ext uri="{FF2B5EF4-FFF2-40B4-BE49-F238E27FC236}">
                  <a16:creationId xmlns:a16="http://schemas.microsoft.com/office/drawing/2014/main" id="{E51345DB-BE15-4CDD-9B24-939BC00DC800}"/>
                </a:ext>
              </a:extLst>
            </p:cNvPr>
            <p:cNvSpPr/>
            <p:nvPr/>
          </p:nvSpPr>
          <p:spPr bwMode="auto">
            <a:xfrm>
              <a:off x="8371399" y="3023482"/>
              <a:ext cx="811033" cy="811033"/>
            </a:xfrm>
            <a:prstGeom prst="ellipse">
              <a:avLst/>
            </a:prstGeom>
            <a:solidFill>
              <a:sysClr val="window" lastClr="FFFFFF"/>
            </a:solidFill>
            <a:ln w="12700"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Aptos" panose="02110004020202020204"/>
                <a:ea typeface="Segoe UI" pitchFamily="34" charset="0"/>
                <a:cs typeface="Segoe UI" pitchFamily="34" charset="0"/>
              </a:endParaRPr>
            </a:p>
          </p:txBody>
        </p:sp>
        <p:pic>
          <p:nvPicPr>
            <p:cNvPr id="29" name="Picture 28" descr="A picture containing screenshot, colorfulness, yellow, rectangle&#10;&#10;Description automatically generated">
              <a:extLst>
                <a:ext uri="{FF2B5EF4-FFF2-40B4-BE49-F238E27FC236}">
                  <a16:creationId xmlns:a16="http://schemas.microsoft.com/office/drawing/2014/main" id="{79989731-9EE2-D672-285B-96AC7B2936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31341" y="3186483"/>
              <a:ext cx="485844" cy="485034"/>
            </a:xfrm>
            <a:prstGeom prst="rect">
              <a:avLst/>
            </a:prstGeom>
          </p:spPr>
        </p:pic>
      </p:grpSp>
      <p:sp>
        <p:nvSpPr>
          <p:cNvPr id="31" name="Oval 30">
            <a:extLst>
              <a:ext uri="{FF2B5EF4-FFF2-40B4-BE49-F238E27FC236}">
                <a16:creationId xmlns:a16="http://schemas.microsoft.com/office/drawing/2014/main" id="{B3621774-0C7B-6E28-A5C0-FCE4C6001B8E}"/>
              </a:ext>
            </a:extLst>
          </p:cNvPr>
          <p:cNvSpPr/>
          <p:nvPr/>
        </p:nvSpPr>
        <p:spPr bwMode="auto">
          <a:xfrm>
            <a:off x="4330599" y="888620"/>
            <a:ext cx="811033" cy="811033"/>
          </a:xfrm>
          <a:prstGeom prst="ellipse">
            <a:avLst/>
          </a:prstGeom>
          <a:solidFill>
            <a:sysClr val="window" lastClr="FFFFFF"/>
          </a:solidFill>
          <a:ln w="12700"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Aptos" panose="02110004020202020204"/>
              <a:ea typeface="Segoe UI" pitchFamily="34" charset="0"/>
              <a:cs typeface="Segoe UI" pitchFamily="34" charset="0"/>
            </a:endParaRPr>
          </a:p>
        </p:txBody>
      </p:sp>
      <p:grpSp>
        <p:nvGrpSpPr>
          <p:cNvPr id="33" name="Group 32">
            <a:extLst>
              <a:ext uri="{FF2B5EF4-FFF2-40B4-BE49-F238E27FC236}">
                <a16:creationId xmlns:a16="http://schemas.microsoft.com/office/drawing/2014/main" id="{2FD5E4A1-A05D-E099-263B-2ACD69E3B618}"/>
              </a:ext>
              <a:ext uri="{C183D7F6-B498-43B3-948B-1728B52AA6E4}">
                <adec:decorative xmlns:adec="http://schemas.microsoft.com/office/drawing/2017/decorative" val="1"/>
              </a:ext>
            </a:extLst>
          </p:cNvPr>
          <p:cNvGrpSpPr/>
          <p:nvPr/>
        </p:nvGrpSpPr>
        <p:grpSpPr>
          <a:xfrm>
            <a:off x="4362512" y="5488452"/>
            <a:ext cx="811033" cy="811033"/>
            <a:chOff x="4363839" y="5349241"/>
            <a:chExt cx="811033" cy="811033"/>
          </a:xfrm>
        </p:grpSpPr>
        <p:sp>
          <p:nvSpPr>
            <p:cNvPr id="34" name="Oval 33">
              <a:extLst>
                <a:ext uri="{FF2B5EF4-FFF2-40B4-BE49-F238E27FC236}">
                  <a16:creationId xmlns:a16="http://schemas.microsoft.com/office/drawing/2014/main" id="{F0199CDF-DC95-2EC9-7210-D09F4DE4FB27}"/>
                </a:ext>
              </a:extLst>
            </p:cNvPr>
            <p:cNvSpPr/>
            <p:nvPr/>
          </p:nvSpPr>
          <p:spPr bwMode="auto">
            <a:xfrm>
              <a:off x="4363839" y="5349241"/>
              <a:ext cx="811033" cy="811033"/>
            </a:xfrm>
            <a:prstGeom prst="ellipse">
              <a:avLst/>
            </a:prstGeom>
            <a:solidFill>
              <a:sysClr val="window" lastClr="FFFFFF"/>
            </a:solidFill>
            <a:ln w="12700"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Aptos" panose="02110004020202020204"/>
                <a:ea typeface="Segoe UI" pitchFamily="34" charset="0"/>
                <a:cs typeface="Segoe UI" pitchFamily="34" charset="0"/>
              </a:endParaRPr>
            </a:p>
          </p:txBody>
        </p:sp>
        <p:pic>
          <p:nvPicPr>
            <p:cNvPr id="35" name="Picture 34" descr="A blue and black logo&#10;&#10;Description automatically generated with low confidence">
              <a:extLst>
                <a:ext uri="{FF2B5EF4-FFF2-40B4-BE49-F238E27FC236}">
                  <a16:creationId xmlns:a16="http://schemas.microsoft.com/office/drawing/2014/main" id="{FD10CF22-8B35-2F15-9646-FD31E112443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93796" y="5484405"/>
              <a:ext cx="546665" cy="546665"/>
            </a:xfrm>
            <a:prstGeom prst="rect">
              <a:avLst/>
            </a:prstGeom>
          </p:spPr>
        </p:pic>
      </p:grpSp>
      <p:sp>
        <p:nvSpPr>
          <p:cNvPr id="36" name="Oval 35">
            <a:extLst>
              <a:ext uri="{FF2B5EF4-FFF2-40B4-BE49-F238E27FC236}">
                <a16:creationId xmlns:a16="http://schemas.microsoft.com/office/drawing/2014/main" id="{425C1F90-5794-2FFB-6961-B5B51D284344}"/>
              </a:ext>
            </a:extLst>
          </p:cNvPr>
          <p:cNvSpPr/>
          <p:nvPr/>
        </p:nvSpPr>
        <p:spPr bwMode="auto">
          <a:xfrm>
            <a:off x="6994289" y="5488452"/>
            <a:ext cx="811033" cy="811033"/>
          </a:xfrm>
          <a:prstGeom prst="ellipse">
            <a:avLst/>
          </a:prstGeom>
          <a:solidFill>
            <a:sysClr val="window" lastClr="FFFFFF"/>
          </a:solidFill>
          <a:ln w="12700"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Aptos" panose="02110004020202020204"/>
              <a:ea typeface="Segoe UI" pitchFamily="34" charset="0"/>
              <a:cs typeface="Segoe UI" pitchFamily="34" charset="0"/>
            </a:endParaRPr>
          </a:p>
        </p:txBody>
      </p:sp>
      <p:sp>
        <p:nvSpPr>
          <p:cNvPr id="43" name="Oval 42">
            <a:extLst>
              <a:ext uri="{FF2B5EF4-FFF2-40B4-BE49-F238E27FC236}">
                <a16:creationId xmlns:a16="http://schemas.microsoft.com/office/drawing/2014/main" id="{A64401A3-68E4-9BE7-6AD6-CF574032C432}"/>
              </a:ext>
            </a:extLst>
          </p:cNvPr>
          <p:cNvSpPr/>
          <p:nvPr/>
        </p:nvSpPr>
        <p:spPr bwMode="auto">
          <a:xfrm>
            <a:off x="5690482" y="5842283"/>
            <a:ext cx="811033" cy="811033"/>
          </a:xfrm>
          <a:prstGeom prst="ellipse">
            <a:avLst/>
          </a:prstGeom>
          <a:solidFill>
            <a:sysClr val="window" lastClr="FFFFFF"/>
          </a:solidFill>
          <a:ln w="12700"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a:ln>
                <a:noFill/>
              </a:ln>
              <a:gradFill>
                <a:gsLst>
                  <a:gs pos="0">
                    <a:srgbClr val="FFFFFF"/>
                  </a:gs>
                  <a:gs pos="100000">
                    <a:srgbClr val="FFFFFF"/>
                  </a:gs>
                </a:gsLst>
                <a:lin ang="5400000" scaled="0"/>
              </a:gradFill>
              <a:effectLst/>
              <a:uLnTx/>
              <a:uFillTx/>
              <a:latin typeface="Aptos" panose="02110004020202020204"/>
              <a:ea typeface="Segoe UI" pitchFamily="34" charset="0"/>
              <a:cs typeface="Segoe UI" pitchFamily="34" charset="0"/>
            </a:endParaRPr>
          </a:p>
        </p:txBody>
      </p:sp>
      <p:grpSp>
        <p:nvGrpSpPr>
          <p:cNvPr id="44" name="Group 43">
            <a:extLst>
              <a:ext uri="{FF2B5EF4-FFF2-40B4-BE49-F238E27FC236}">
                <a16:creationId xmlns:a16="http://schemas.microsoft.com/office/drawing/2014/main" id="{8F5E46B6-F424-2F40-52FC-AD2DC2348673}"/>
              </a:ext>
              <a:ext uri="{C183D7F6-B498-43B3-948B-1728B52AA6E4}">
                <adec:decorative xmlns:adec="http://schemas.microsoft.com/office/drawing/2017/decorative" val="1"/>
              </a:ext>
            </a:extLst>
          </p:cNvPr>
          <p:cNvGrpSpPr/>
          <p:nvPr/>
        </p:nvGrpSpPr>
        <p:grpSpPr>
          <a:xfrm>
            <a:off x="8020892" y="4535618"/>
            <a:ext cx="811474" cy="811033"/>
            <a:chOff x="8022219" y="4396407"/>
            <a:chExt cx="811474" cy="811033"/>
          </a:xfrm>
        </p:grpSpPr>
        <p:sp>
          <p:nvSpPr>
            <p:cNvPr id="45" name="Oval 44">
              <a:extLst>
                <a:ext uri="{FF2B5EF4-FFF2-40B4-BE49-F238E27FC236}">
                  <a16:creationId xmlns:a16="http://schemas.microsoft.com/office/drawing/2014/main" id="{05C7C464-6C15-6F04-A192-AEE0CB06ECCC}"/>
                </a:ext>
              </a:extLst>
            </p:cNvPr>
            <p:cNvSpPr/>
            <p:nvPr/>
          </p:nvSpPr>
          <p:spPr bwMode="auto">
            <a:xfrm>
              <a:off x="8022660" y="4396407"/>
              <a:ext cx="811033" cy="811033"/>
            </a:xfrm>
            <a:prstGeom prst="ellipse">
              <a:avLst/>
            </a:prstGeom>
            <a:solidFill>
              <a:sysClr val="window" lastClr="FFFFFF"/>
            </a:solidFill>
            <a:ln w="12700"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Aptos" panose="02110004020202020204"/>
                <a:ea typeface="Segoe UI" pitchFamily="34" charset="0"/>
                <a:cs typeface="Segoe UI" pitchFamily="34" charset="0"/>
              </a:endParaRPr>
            </a:p>
          </p:txBody>
        </p:sp>
        <p:pic>
          <p:nvPicPr>
            <p:cNvPr id="46" name="Picture 4">
              <a:extLst>
                <a:ext uri="{FF2B5EF4-FFF2-40B4-BE49-F238E27FC236}">
                  <a16:creationId xmlns:a16="http://schemas.microsoft.com/office/drawing/2014/main" id="{9C17519E-8CA1-FAEF-F43F-51726FF7C25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4785" t="26494" r="24378" b="28059"/>
            <a:stretch/>
          </p:blipFill>
          <p:spPr bwMode="auto">
            <a:xfrm>
              <a:off x="8022219" y="4446200"/>
              <a:ext cx="811033" cy="725035"/>
            </a:xfrm>
            <a:prstGeom prst="rect">
              <a:avLst/>
            </a:prstGeom>
            <a:noFill/>
            <a:extLst>
              <a:ext uri="{909E8E84-426E-40DD-AFC4-6F175D3DCCD1}">
                <a14:hiddenFill xmlns:a14="http://schemas.microsoft.com/office/drawing/2010/main">
                  <a:solidFill>
                    <a:srgbClr val="FFFFFF"/>
                  </a:solidFill>
                </a14:hiddenFill>
              </a:ext>
            </a:extLst>
          </p:spPr>
        </p:pic>
      </p:grpSp>
      <p:pic>
        <p:nvPicPr>
          <p:cNvPr id="48" name="Picture 2" descr="Microsoft Copilot | Office of Information Technology">
            <a:extLst>
              <a:ext uri="{FF2B5EF4-FFF2-40B4-BE49-F238E27FC236}">
                <a16:creationId xmlns:a16="http://schemas.microsoft.com/office/drawing/2014/main" id="{FE5698DB-1A5C-E8E0-716F-628EEBF2F83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15949" y="5944102"/>
            <a:ext cx="607395" cy="60739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51" descr="A group of blue circles with a white letter&#10;&#10;AI-generated content may be incorrect.">
            <a:extLst>
              <a:ext uri="{FF2B5EF4-FFF2-40B4-BE49-F238E27FC236}">
                <a16:creationId xmlns:a16="http://schemas.microsoft.com/office/drawing/2014/main" id="{02F80979-B891-0A70-8B10-F00B47543E2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73545" y="2522174"/>
            <a:ext cx="1685799" cy="1685799"/>
          </a:xfrm>
          <a:prstGeom prst="rect">
            <a:avLst/>
          </a:prstGeom>
        </p:spPr>
      </p:pic>
      <p:grpSp>
        <p:nvGrpSpPr>
          <p:cNvPr id="55" name="Group 54">
            <a:extLst>
              <a:ext uri="{FF2B5EF4-FFF2-40B4-BE49-F238E27FC236}">
                <a16:creationId xmlns:a16="http://schemas.microsoft.com/office/drawing/2014/main" id="{C8CE3507-6ECC-33B8-C1F6-901AB9D21393}"/>
              </a:ext>
            </a:extLst>
          </p:cNvPr>
          <p:cNvGrpSpPr/>
          <p:nvPr/>
        </p:nvGrpSpPr>
        <p:grpSpPr>
          <a:xfrm>
            <a:off x="3008242" y="3162692"/>
            <a:ext cx="811033" cy="811033"/>
            <a:chOff x="3008242" y="3162692"/>
            <a:chExt cx="811033" cy="811033"/>
          </a:xfrm>
        </p:grpSpPr>
        <p:sp>
          <p:nvSpPr>
            <p:cNvPr id="22" name="Oval 21">
              <a:extLst>
                <a:ext uri="{FF2B5EF4-FFF2-40B4-BE49-F238E27FC236}">
                  <a16:creationId xmlns:a16="http://schemas.microsoft.com/office/drawing/2014/main" id="{E679DB9C-F338-9D0F-6394-6AA2F0B58D57}"/>
                </a:ext>
              </a:extLst>
            </p:cNvPr>
            <p:cNvSpPr/>
            <p:nvPr/>
          </p:nvSpPr>
          <p:spPr bwMode="auto">
            <a:xfrm>
              <a:off x="3008242" y="3162692"/>
              <a:ext cx="811033" cy="811033"/>
            </a:xfrm>
            <a:prstGeom prst="ellipse">
              <a:avLst/>
            </a:prstGeom>
            <a:solidFill>
              <a:sysClr val="window" lastClr="FFFFFF"/>
            </a:solidFill>
            <a:ln w="12700"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Aptos" panose="02110004020202020204"/>
                <a:ea typeface="Segoe UI" pitchFamily="34" charset="0"/>
                <a:cs typeface="Segoe UI" pitchFamily="34" charset="0"/>
              </a:endParaRPr>
            </a:p>
          </p:txBody>
        </p:sp>
        <p:pic>
          <p:nvPicPr>
            <p:cNvPr id="54" name="Picture 53" descr="A logo of a video game&#10;&#10;AI-generated content may be incorrect.">
              <a:extLst>
                <a:ext uri="{FF2B5EF4-FFF2-40B4-BE49-F238E27FC236}">
                  <a16:creationId xmlns:a16="http://schemas.microsoft.com/office/drawing/2014/main" id="{A295B7E3-6E99-E083-8654-AC627C8016F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148260" y="3285784"/>
              <a:ext cx="548640" cy="548640"/>
            </a:xfrm>
            <a:prstGeom prst="rect">
              <a:avLst/>
            </a:prstGeom>
          </p:spPr>
        </p:pic>
      </p:grpSp>
      <p:pic>
        <p:nvPicPr>
          <p:cNvPr id="57" name="Picture 56" descr="A group of people with a letter t&#10;&#10;AI-generated content may be incorrect.">
            <a:extLst>
              <a:ext uri="{FF2B5EF4-FFF2-40B4-BE49-F238E27FC236}">
                <a16:creationId xmlns:a16="http://schemas.microsoft.com/office/drawing/2014/main" id="{E0433A00-F962-3A75-3671-45978FAEE0E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461795" y="1019816"/>
            <a:ext cx="548640" cy="548640"/>
          </a:xfrm>
          <a:prstGeom prst="rect">
            <a:avLst/>
          </a:prstGeom>
        </p:spPr>
      </p:pic>
      <p:pic>
        <p:nvPicPr>
          <p:cNvPr id="59" name="Picture 58" descr="A colorful logo on a black background&#10;&#10;AI-generated content may be incorrect.">
            <a:extLst>
              <a:ext uri="{FF2B5EF4-FFF2-40B4-BE49-F238E27FC236}">
                <a16:creationId xmlns:a16="http://schemas.microsoft.com/office/drawing/2014/main" id="{7EB22743-7135-29FC-EFCD-334C0E9E85C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119431" y="5623616"/>
            <a:ext cx="548640" cy="548640"/>
          </a:xfrm>
          <a:prstGeom prst="rect">
            <a:avLst/>
          </a:prstGeom>
        </p:spPr>
      </p:pic>
      <p:grpSp>
        <p:nvGrpSpPr>
          <p:cNvPr id="66" name="Group 65">
            <a:extLst>
              <a:ext uri="{FF2B5EF4-FFF2-40B4-BE49-F238E27FC236}">
                <a16:creationId xmlns:a16="http://schemas.microsoft.com/office/drawing/2014/main" id="{E66BF3E4-7F34-69FF-535E-7C42C18D82EB}"/>
              </a:ext>
            </a:extLst>
          </p:cNvPr>
          <p:cNvGrpSpPr/>
          <p:nvPr/>
        </p:nvGrpSpPr>
        <p:grpSpPr>
          <a:xfrm>
            <a:off x="6994289" y="888620"/>
            <a:ext cx="811033" cy="811033"/>
            <a:chOff x="6994289" y="888620"/>
            <a:chExt cx="811033" cy="811033"/>
          </a:xfrm>
        </p:grpSpPr>
        <p:sp>
          <p:nvSpPr>
            <p:cNvPr id="25" name="Oval 24">
              <a:extLst>
                <a:ext uri="{FF2B5EF4-FFF2-40B4-BE49-F238E27FC236}">
                  <a16:creationId xmlns:a16="http://schemas.microsoft.com/office/drawing/2014/main" id="{CD732445-30C6-2556-7AA5-F4ABA79CBF8C}"/>
                </a:ext>
              </a:extLst>
            </p:cNvPr>
            <p:cNvSpPr/>
            <p:nvPr/>
          </p:nvSpPr>
          <p:spPr bwMode="auto">
            <a:xfrm>
              <a:off x="6994289" y="888620"/>
              <a:ext cx="811033" cy="811033"/>
            </a:xfrm>
            <a:prstGeom prst="ellipse">
              <a:avLst/>
            </a:prstGeom>
            <a:solidFill>
              <a:sysClr val="window" lastClr="FFFFFF"/>
            </a:solidFill>
            <a:ln w="12700"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Aptos" panose="02110004020202020204"/>
                <a:ea typeface="Segoe UI" pitchFamily="34" charset="0"/>
                <a:cs typeface="Segoe UI" pitchFamily="34" charset="0"/>
              </a:endParaRPr>
            </a:p>
          </p:txBody>
        </p:sp>
        <p:pic>
          <p:nvPicPr>
            <p:cNvPr id="61" name="Picture 60" descr="A blue and black cloud logo&#10;&#10;AI-generated content may be incorrect.">
              <a:extLst>
                <a:ext uri="{FF2B5EF4-FFF2-40B4-BE49-F238E27FC236}">
                  <a16:creationId xmlns:a16="http://schemas.microsoft.com/office/drawing/2014/main" id="{021E72BC-1F30-EDF6-E62C-65332A33C5B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119431" y="1024900"/>
              <a:ext cx="548640" cy="548640"/>
            </a:xfrm>
            <a:prstGeom prst="rect">
              <a:avLst/>
            </a:prstGeom>
          </p:spPr>
        </p:pic>
      </p:grpSp>
      <p:grpSp>
        <p:nvGrpSpPr>
          <p:cNvPr id="65" name="Group 64">
            <a:extLst>
              <a:ext uri="{FF2B5EF4-FFF2-40B4-BE49-F238E27FC236}">
                <a16:creationId xmlns:a16="http://schemas.microsoft.com/office/drawing/2014/main" id="{B8CA6CFE-B5AB-189A-3D97-A4458A7B83BA}"/>
              </a:ext>
            </a:extLst>
          </p:cNvPr>
          <p:cNvGrpSpPr/>
          <p:nvPr/>
        </p:nvGrpSpPr>
        <p:grpSpPr>
          <a:xfrm>
            <a:off x="3319878" y="1837144"/>
            <a:ext cx="811033" cy="811033"/>
            <a:chOff x="3319878" y="1837144"/>
            <a:chExt cx="811033" cy="811033"/>
          </a:xfrm>
        </p:grpSpPr>
        <p:sp>
          <p:nvSpPr>
            <p:cNvPr id="41" name="Oval 40">
              <a:extLst>
                <a:ext uri="{FF2B5EF4-FFF2-40B4-BE49-F238E27FC236}">
                  <a16:creationId xmlns:a16="http://schemas.microsoft.com/office/drawing/2014/main" id="{8C9F0D90-11E9-E108-7C79-21954D299DED}"/>
                </a:ext>
              </a:extLst>
            </p:cNvPr>
            <p:cNvSpPr/>
            <p:nvPr/>
          </p:nvSpPr>
          <p:spPr bwMode="auto">
            <a:xfrm>
              <a:off x="3319878" y="1837144"/>
              <a:ext cx="811033" cy="811033"/>
            </a:xfrm>
            <a:prstGeom prst="ellipse">
              <a:avLst/>
            </a:prstGeom>
            <a:solidFill>
              <a:sysClr val="window" lastClr="FFFFFF"/>
            </a:solidFill>
            <a:ln w="12700"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Aptos" panose="02110004020202020204"/>
                <a:ea typeface="Segoe UI" pitchFamily="34" charset="0"/>
                <a:cs typeface="Segoe UI" pitchFamily="34" charset="0"/>
              </a:endParaRPr>
            </a:p>
          </p:txBody>
        </p:sp>
        <p:pic>
          <p:nvPicPr>
            <p:cNvPr id="64" name="Picture 63" descr="A logo of a company&#10;&#10;AI-generated content may be incorrect.">
              <a:extLst>
                <a:ext uri="{FF2B5EF4-FFF2-40B4-BE49-F238E27FC236}">
                  <a16:creationId xmlns:a16="http://schemas.microsoft.com/office/drawing/2014/main" id="{353B4684-4823-2A46-A162-A24F852226F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451074" y="1983694"/>
              <a:ext cx="548640" cy="548640"/>
            </a:xfrm>
            <a:prstGeom prst="rect">
              <a:avLst/>
            </a:prstGeom>
          </p:spPr>
        </p:pic>
      </p:grpSp>
      <p:pic>
        <p:nvPicPr>
          <p:cNvPr id="70" name="Picture 69">
            <a:extLst>
              <a:ext uri="{FF2B5EF4-FFF2-40B4-BE49-F238E27FC236}">
                <a16:creationId xmlns:a16="http://schemas.microsoft.com/office/drawing/2014/main" id="{471BA50E-B152-7395-9B0B-8238C1CBD86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777867" y="578138"/>
            <a:ext cx="609524" cy="609524"/>
          </a:xfrm>
          <a:prstGeom prst="rect">
            <a:avLst/>
          </a:prstGeom>
        </p:spPr>
      </p:pic>
      <p:grpSp>
        <p:nvGrpSpPr>
          <p:cNvPr id="76" name="Group 75">
            <a:extLst>
              <a:ext uri="{FF2B5EF4-FFF2-40B4-BE49-F238E27FC236}">
                <a16:creationId xmlns:a16="http://schemas.microsoft.com/office/drawing/2014/main" id="{D7988AD4-D798-AE6E-D007-EDA07938DB08}"/>
              </a:ext>
            </a:extLst>
          </p:cNvPr>
          <p:cNvGrpSpPr/>
          <p:nvPr/>
        </p:nvGrpSpPr>
        <p:grpSpPr>
          <a:xfrm>
            <a:off x="3376860" y="4535618"/>
            <a:ext cx="811033" cy="811033"/>
            <a:chOff x="3376860" y="4535618"/>
            <a:chExt cx="811033" cy="811033"/>
          </a:xfrm>
        </p:grpSpPr>
        <p:sp>
          <p:nvSpPr>
            <p:cNvPr id="38" name="Oval 37">
              <a:extLst>
                <a:ext uri="{FF2B5EF4-FFF2-40B4-BE49-F238E27FC236}">
                  <a16:creationId xmlns:a16="http://schemas.microsoft.com/office/drawing/2014/main" id="{67E80489-07CD-4375-7817-359F1EBD459E}"/>
                </a:ext>
              </a:extLst>
            </p:cNvPr>
            <p:cNvSpPr/>
            <p:nvPr/>
          </p:nvSpPr>
          <p:spPr bwMode="auto">
            <a:xfrm>
              <a:off x="3376860" y="4535618"/>
              <a:ext cx="811033" cy="811033"/>
            </a:xfrm>
            <a:prstGeom prst="ellipse">
              <a:avLst/>
            </a:prstGeom>
            <a:solidFill>
              <a:sysClr val="window" lastClr="FFFFFF"/>
            </a:solidFill>
            <a:ln w="12700" cap="flat" cmpd="sng" algn="ctr">
              <a:no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Aptos" panose="02110004020202020204"/>
                <a:ea typeface="Segoe UI" pitchFamily="34" charset="0"/>
                <a:cs typeface="Segoe UI" pitchFamily="34" charset="0"/>
              </a:endParaRPr>
            </a:p>
          </p:txBody>
        </p:sp>
        <p:pic>
          <p:nvPicPr>
            <p:cNvPr id="75" name="Picture 74">
              <a:extLst>
                <a:ext uri="{FF2B5EF4-FFF2-40B4-BE49-F238E27FC236}">
                  <a16:creationId xmlns:a16="http://schemas.microsoft.com/office/drawing/2014/main" id="{7D722B31-44DC-26D8-A62E-5C35F50C0CB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476365" y="4612610"/>
              <a:ext cx="609524" cy="609524"/>
            </a:xfrm>
            <a:prstGeom prst="rect">
              <a:avLst/>
            </a:prstGeom>
          </p:spPr>
        </p:pic>
      </p:grpSp>
      <p:pic>
        <p:nvPicPr>
          <p:cNvPr id="4" name="Picture 3" descr="A blue and black cloud logo&#10;&#10;AI-generated content may be incorrect.">
            <a:extLst>
              <a:ext uri="{FF2B5EF4-FFF2-40B4-BE49-F238E27FC236}">
                <a16:creationId xmlns:a16="http://schemas.microsoft.com/office/drawing/2014/main" id="{327F0F21-775C-B0B1-8D00-920CF84AAF8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882698" y="3164045"/>
            <a:ext cx="1525826" cy="1525826"/>
          </a:xfrm>
          <a:prstGeom prst="rect">
            <a:avLst/>
          </a:prstGeom>
        </p:spPr>
      </p:pic>
    </p:spTree>
    <p:extLst>
      <p:ext uri="{BB962C8B-B14F-4D97-AF65-F5344CB8AC3E}">
        <p14:creationId xmlns:p14="http://schemas.microsoft.com/office/powerpoint/2010/main" val="3371667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1000"/>
                                        <p:tgtEl>
                                          <p:spTgt spid="52"/>
                                        </p:tgtEl>
                                      </p:cBhvr>
                                    </p:animEffect>
                                    <p:anim calcmode="lin" valueType="num">
                                      <p:cBhvr>
                                        <p:cTn id="8" dur="1000" fill="hold"/>
                                        <p:tgtEl>
                                          <p:spTgt spid="52"/>
                                        </p:tgtEl>
                                        <p:attrNameLst>
                                          <p:attrName>ppt_x</p:attrName>
                                        </p:attrNameLst>
                                      </p:cBhvr>
                                      <p:tavLst>
                                        <p:tav tm="0">
                                          <p:val>
                                            <p:strVal val="#ppt_x"/>
                                          </p:val>
                                        </p:tav>
                                        <p:tav tm="100000">
                                          <p:val>
                                            <p:strVal val="#ppt_x"/>
                                          </p:val>
                                        </p:tav>
                                      </p:tavLst>
                                    </p:anim>
                                    <p:anim calcmode="lin" valueType="num">
                                      <p:cBhvr>
                                        <p:cTn id="9" dur="1000" fill="hold"/>
                                        <p:tgtEl>
                                          <p:spTgt spid="5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1000" fill="hold"/>
                                        <p:tgtEl>
                                          <p:spTgt spid="5"/>
                                        </p:tgtEl>
                                        <p:attrNameLst>
                                          <p:attrName>ppt_w</p:attrName>
                                        </p:attrNameLst>
                                      </p:cBhvr>
                                      <p:tavLst>
                                        <p:tav tm="0">
                                          <p:val>
                                            <p:fltVal val="0"/>
                                          </p:val>
                                        </p:tav>
                                        <p:tav tm="100000">
                                          <p:val>
                                            <p:strVal val="#ppt_w"/>
                                          </p:val>
                                        </p:tav>
                                      </p:tavLst>
                                    </p:anim>
                                    <p:anim calcmode="lin" valueType="num">
                                      <p:cBhvr>
                                        <p:cTn id="20" dur="1000" fill="hold"/>
                                        <p:tgtEl>
                                          <p:spTgt spid="5"/>
                                        </p:tgtEl>
                                        <p:attrNameLst>
                                          <p:attrName>ppt_h</p:attrName>
                                        </p:attrNameLst>
                                      </p:cBhvr>
                                      <p:tavLst>
                                        <p:tav tm="0">
                                          <p:val>
                                            <p:fltVal val="0"/>
                                          </p:val>
                                        </p:tav>
                                        <p:tav tm="100000">
                                          <p:val>
                                            <p:strVal val="#ppt_h"/>
                                          </p:val>
                                        </p:tav>
                                      </p:tavLst>
                                    </p:anim>
                                    <p:anim calcmode="lin" valueType="num">
                                      <p:cBhvr>
                                        <p:cTn id="21" dur="1000" fill="hold"/>
                                        <p:tgtEl>
                                          <p:spTgt spid="5"/>
                                        </p:tgtEl>
                                        <p:attrNameLst>
                                          <p:attrName>style.rotation</p:attrName>
                                        </p:attrNameLst>
                                      </p:cBhvr>
                                      <p:tavLst>
                                        <p:tav tm="0">
                                          <p:val>
                                            <p:fltVal val="90"/>
                                          </p:val>
                                        </p:tav>
                                        <p:tav tm="100000">
                                          <p:val>
                                            <p:fltVal val="0"/>
                                          </p:val>
                                        </p:tav>
                                      </p:tavLst>
                                    </p:anim>
                                    <p:animEffect transition="in" filter="fade">
                                      <p:cBhvr>
                                        <p:cTn id="22" dur="1000"/>
                                        <p:tgtEl>
                                          <p:spTgt spid="5"/>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1000" fill="hold"/>
                                        <p:tgtEl>
                                          <p:spTgt spid="7"/>
                                        </p:tgtEl>
                                        <p:attrNameLst>
                                          <p:attrName>ppt_w</p:attrName>
                                        </p:attrNameLst>
                                      </p:cBhvr>
                                      <p:tavLst>
                                        <p:tav tm="0">
                                          <p:val>
                                            <p:fltVal val="0"/>
                                          </p:val>
                                        </p:tav>
                                        <p:tav tm="100000">
                                          <p:val>
                                            <p:strVal val="#ppt_w"/>
                                          </p:val>
                                        </p:tav>
                                      </p:tavLst>
                                    </p:anim>
                                    <p:anim calcmode="lin" valueType="num">
                                      <p:cBhvr>
                                        <p:cTn id="26" dur="1000" fill="hold"/>
                                        <p:tgtEl>
                                          <p:spTgt spid="7"/>
                                        </p:tgtEl>
                                        <p:attrNameLst>
                                          <p:attrName>ppt_h</p:attrName>
                                        </p:attrNameLst>
                                      </p:cBhvr>
                                      <p:tavLst>
                                        <p:tav tm="0">
                                          <p:val>
                                            <p:fltVal val="0"/>
                                          </p:val>
                                        </p:tav>
                                        <p:tav tm="100000">
                                          <p:val>
                                            <p:strVal val="#ppt_h"/>
                                          </p:val>
                                        </p:tav>
                                      </p:tavLst>
                                    </p:anim>
                                    <p:anim calcmode="lin" valueType="num">
                                      <p:cBhvr>
                                        <p:cTn id="27" dur="1000" fill="hold"/>
                                        <p:tgtEl>
                                          <p:spTgt spid="7"/>
                                        </p:tgtEl>
                                        <p:attrNameLst>
                                          <p:attrName>style.rotation</p:attrName>
                                        </p:attrNameLst>
                                      </p:cBhvr>
                                      <p:tavLst>
                                        <p:tav tm="0">
                                          <p:val>
                                            <p:fltVal val="90"/>
                                          </p:val>
                                        </p:tav>
                                        <p:tav tm="100000">
                                          <p:val>
                                            <p:fltVal val="0"/>
                                          </p:val>
                                        </p:tav>
                                      </p:tavLst>
                                    </p:anim>
                                    <p:animEffect transition="in" filter="fade">
                                      <p:cBhvr>
                                        <p:cTn id="28" dur="1000"/>
                                        <p:tgtEl>
                                          <p:spTgt spid="7"/>
                                        </p:tgtEl>
                                      </p:cBhvr>
                                    </p:animEffect>
                                  </p:childTnLst>
                                </p:cTn>
                              </p:par>
                              <p:par>
                                <p:cTn id="29" presetID="3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p:cTn id="31" dur="1000" fill="hold"/>
                                        <p:tgtEl>
                                          <p:spTgt spid="10"/>
                                        </p:tgtEl>
                                        <p:attrNameLst>
                                          <p:attrName>ppt_w</p:attrName>
                                        </p:attrNameLst>
                                      </p:cBhvr>
                                      <p:tavLst>
                                        <p:tav tm="0">
                                          <p:val>
                                            <p:fltVal val="0"/>
                                          </p:val>
                                        </p:tav>
                                        <p:tav tm="100000">
                                          <p:val>
                                            <p:strVal val="#ppt_w"/>
                                          </p:val>
                                        </p:tav>
                                      </p:tavLst>
                                    </p:anim>
                                    <p:anim calcmode="lin" valueType="num">
                                      <p:cBhvr>
                                        <p:cTn id="32" dur="1000" fill="hold"/>
                                        <p:tgtEl>
                                          <p:spTgt spid="10"/>
                                        </p:tgtEl>
                                        <p:attrNameLst>
                                          <p:attrName>ppt_h</p:attrName>
                                        </p:attrNameLst>
                                      </p:cBhvr>
                                      <p:tavLst>
                                        <p:tav tm="0">
                                          <p:val>
                                            <p:fltVal val="0"/>
                                          </p:val>
                                        </p:tav>
                                        <p:tav tm="100000">
                                          <p:val>
                                            <p:strVal val="#ppt_h"/>
                                          </p:val>
                                        </p:tav>
                                      </p:tavLst>
                                    </p:anim>
                                    <p:anim calcmode="lin" valueType="num">
                                      <p:cBhvr>
                                        <p:cTn id="33" dur="1000" fill="hold"/>
                                        <p:tgtEl>
                                          <p:spTgt spid="10"/>
                                        </p:tgtEl>
                                        <p:attrNameLst>
                                          <p:attrName>style.rotation</p:attrName>
                                        </p:attrNameLst>
                                      </p:cBhvr>
                                      <p:tavLst>
                                        <p:tav tm="0">
                                          <p:val>
                                            <p:fltVal val="90"/>
                                          </p:val>
                                        </p:tav>
                                        <p:tav tm="100000">
                                          <p:val>
                                            <p:fltVal val="0"/>
                                          </p:val>
                                        </p:tav>
                                      </p:tavLst>
                                    </p:anim>
                                    <p:animEffect transition="in" filter="fade">
                                      <p:cBhvr>
                                        <p:cTn id="34" dur="1000"/>
                                        <p:tgtEl>
                                          <p:spTgt spid="10"/>
                                        </p:tgtEl>
                                      </p:cBhvr>
                                    </p:animEffect>
                                  </p:childTnLst>
                                </p:cTn>
                              </p:par>
                              <p:par>
                                <p:cTn id="35" presetID="31"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 calcmode="lin" valueType="num">
                                      <p:cBhvr>
                                        <p:cTn id="37" dur="1000" fill="hold"/>
                                        <p:tgtEl>
                                          <p:spTgt spid="27"/>
                                        </p:tgtEl>
                                        <p:attrNameLst>
                                          <p:attrName>ppt_w</p:attrName>
                                        </p:attrNameLst>
                                      </p:cBhvr>
                                      <p:tavLst>
                                        <p:tav tm="0">
                                          <p:val>
                                            <p:fltVal val="0"/>
                                          </p:val>
                                        </p:tav>
                                        <p:tav tm="100000">
                                          <p:val>
                                            <p:strVal val="#ppt_w"/>
                                          </p:val>
                                        </p:tav>
                                      </p:tavLst>
                                    </p:anim>
                                    <p:anim calcmode="lin" valueType="num">
                                      <p:cBhvr>
                                        <p:cTn id="38" dur="1000" fill="hold"/>
                                        <p:tgtEl>
                                          <p:spTgt spid="27"/>
                                        </p:tgtEl>
                                        <p:attrNameLst>
                                          <p:attrName>ppt_h</p:attrName>
                                        </p:attrNameLst>
                                      </p:cBhvr>
                                      <p:tavLst>
                                        <p:tav tm="0">
                                          <p:val>
                                            <p:fltVal val="0"/>
                                          </p:val>
                                        </p:tav>
                                        <p:tav tm="100000">
                                          <p:val>
                                            <p:strVal val="#ppt_h"/>
                                          </p:val>
                                        </p:tav>
                                      </p:tavLst>
                                    </p:anim>
                                    <p:anim calcmode="lin" valueType="num">
                                      <p:cBhvr>
                                        <p:cTn id="39" dur="1000" fill="hold"/>
                                        <p:tgtEl>
                                          <p:spTgt spid="27"/>
                                        </p:tgtEl>
                                        <p:attrNameLst>
                                          <p:attrName>style.rotation</p:attrName>
                                        </p:attrNameLst>
                                      </p:cBhvr>
                                      <p:tavLst>
                                        <p:tav tm="0">
                                          <p:val>
                                            <p:fltVal val="90"/>
                                          </p:val>
                                        </p:tav>
                                        <p:tav tm="100000">
                                          <p:val>
                                            <p:fltVal val="0"/>
                                          </p:val>
                                        </p:tav>
                                      </p:tavLst>
                                    </p:anim>
                                    <p:animEffect transition="in" filter="fade">
                                      <p:cBhvr>
                                        <p:cTn id="40" dur="1000"/>
                                        <p:tgtEl>
                                          <p:spTgt spid="27"/>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 calcmode="lin" valueType="num">
                                      <p:cBhvr>
                                        <p:cTn id="43" dur="1000" fill="hold"/>
                                        <p:tgtEl>
                                          <p:spTgt spid="31"/>
                                        </p:tgtEl>
                                        <p:attrNameLst>
                                          <p:attrName>ppt_w</p:attrName>
                                        </p:attrNameLst>
                                      </p:cBhvr>
                                      <p:tavLst>
                                        <p:tav tm="0">
                                          <p:val>
                                            <p:fltVal val="0"/>
                                          </p:val>
                                        </p:tav>
                                        <p:tav tm="100000">
                                          <p:val>
                                            <p:strVal val="#ppt_w"/>
                                          </p:val>
                                        </p:tav>
                                      </p:tavLst>
                                    </p:anim>
                                    <p:anim calcmode="lin" valueType="num">
                                      <p:cBhvr>
                                        <p:cTn id="44" dur="1000" fill="hold"/>
                                        <p:tgtEl>
                                          <p:spTgt spid="31"/>
                                        </p:tgtEl>
                                        <p:attrNameLst>
                                          <p:attrName>ppt_h</p:attrName>
                                        </p:attrNameLst>
                                      </p:cBhvr>
                                      <p:tavLst>
                                        <p:tav tm="0">
                                          <p:val>
                                            <p:fltVal val="0"/>
                                          </p:val>
                                        </p:tav>
                                        <p:tav tm="100000">
                                          <p:val>
                                            <p:strVal val="#ppt_h"/>
                                          </p:val>
                                        </p:tav>
                                      </p:tavLst>
                                    </p:anim>
                                    <p:anim calcmode="lin" valueType="num">
                                      <p:cBhvr>
                                        <p:cTn id="45" dur="1000" fill="hold"/>
                                        <p:tgtEl>
                                          <p:spTgt spid="31"/>
                                        </p:tgtEl>
                                        <p:attrNameLst>
                                          <p:attrName>style.rotation</p:attrName>
                                        </p:attrNameLst>
                                      </p:cBhvr>
                                      <p:tavLst>
                                        <p:tav tm="0">
                                          <p:val>
                                            <p:fltVal val="90"/>
                                          </p:val>
                                        </p:tav>
                                        <p:tav tm="100000">
                                          <p:val>
                                            <p:fltVal val="0"/>
                                          </p:val>
                                        </p:tav>
                                      </p:tavLst>
                                    </p:anim>
                                    <p:animEffect transition="in" filter="fade">
                                      <p:cBhvr>
                                        <p:cTn id="46" dur="1000"/>
                                        <p:tgtEl>
                                          <p:spTgt spid="31"/>
                                        </p:tgtEl>
                                      </p:cBhvr>
                                    </p:animEffect>
                                  </p:childTnLst>
                                </p:cTn>
                              </p:par>
                              <p:par>
                                <p:cTn id="47" presetID="31" presetClass="entr" presetSubtype="0" fill="hold" nodeType="withEffect">
                                  <p:stCondLst>
                                    <p:cond delay="0"/>
                                  </p:stCondLst>
                                  <p:childTnLst>
                                    <p:set>
                                      <p:cBhvr>
                                        <p:cTn id="48" dur="1" fill="hold">
                                          <p:stCondLst>
                                            <p:cond delay="0"/>
                                          </p:stCondLst>
                                        </p:cTn>
                                        <p:tgtEl>
                                          <p:spTgt spid="33"/>
                                        </p:tgtEl>
                                        <p:attrNameLst>
                                          <p:attrName>style.visibility</p:attrName>
                                        </p:attrNameLst>
                                      </p:cBhvr>
                                      <p:to>
                                        <p:strVal val="visible"/>
                                      </p:to>
                                    </p:set>
                                    <p:anim calcmode="lin" valueType="num">
                                      <p:cBhvr>
                                        <p:cTn id="49" dur="1000" fill="hold"/>
                                        <p:tgtEl>
                                          <p:spTgt spid="33"/>
                                        </p:tgtEl>
                                        <p:attrNameLst>
                                          <p:attrName>ppt_w</p:attrName>
                                        </p:attrNameLst>
                                      </p:cBhvr>
                                      <p:tavLst>
                                        <p:tav tm="0">
                                          <p:val>
                                            <p:fltVal val="0"/>
                                          </p:val>
                                        </p:tav>
                                        <p:tav tm="100000">
                                          <p:val>
                                            <p:strVal val="#ppt_w"/>
                                          </p:val>
                                        </p:tav>
                                      </p:tavLst>
                                    </p:anim>
                                    <p:anim calcmode="lin" valueType="num">
                                      <p:cBhvr>
                                        <p:cTn id="50" dur="1000" fill="hold"/>
                                        <p:tgtEl>
                                          <p:spTgt spid="33"/>
                                        </p:tgtEl>
                                        <p:attrNameLst>
                                          <p:attrName>ppt_h</p:attrName>
                                        </p:attrNameLst>
                                      </p:cBhvr>
                                      <p:tavLst>
                                        <p:tav tm="0">
                                          <p:val>
                                            <p:fltVal val="0"/>
                                          </p:val>
                                        </p:tav>
                                        <p:tav tm="100000">
                                          <p:val>
                                            <p:strVal val="#ppt_h"/>
                                          </p:val>
                                        </p:tav>
                                      </p:tavLst>
                                    </p:anim>
                                    <p:anim calcmode="lin" valueType="num">
                                      <p:cBhvr>
                                        <p:cTn id="51" dur="1000" fill="hold"/>
                                        <p:tgtEl>
                                          <p:spTgt spid="33"/>
                                        </p:tgtEl>
                                        <p:attrNameLst>
                                          <p:attrName>style.rotation</p:attrName>
                                        </p:attrNameLst>
                                      </p:cBhvr>
                                      <p:tavLst>
                                        <p:tav tm="0">
                                          <p:val>
                                            <p:fltVal val="90"/>
                                          </p:val>
                                        </p:tav>
                                        <p:tav tm="100000">
                                          <p:val>
                                            <p:fltVal val="0"/>
                                          </p:val>
                                        </p:tav>
                                      </p:tavLst>
                                    </p:anim>
                                    <p:animEffect transition="in" filter="fade">
                                      <p:cBhvr>
                                        <p:cTn id="52" dur="1000"/>
                                        <p:tgtEl>
                                          <p:spTgt spid="33"/>
                                        </p:tgtEl>
                                      </p:cBhvr>
                                    </p:animEffect>
                                  </p:childTnLst>
                                </p:cTn>
                              </p:par>
                              <p:par>
                                <p:cTn id="53" presetID="31" presetClass="entr" presetSubtype="0" fill="hold" grpId="0" nodeType="withEffect">
                                  <p:stCondLst>
                                    <p:cond delay="0"/>
                                  </p:stCondLst>
                                  <p:childTnLst>
                                    <p:set>
                                      <p:cBhvr>
                                        <p:cTn id="54" dur="1" fill="hold">
                                          <p:stCondLst>
                                            <p:cond delay="0"/>
                                          </p:stCondLst>
                                        </p:cTn>
                                        <p:tgtEl>
                                          <p:spTgt spid="36"/>
                                        </p:tgtEl>
                                        <p:attrNameLst>
                                          <p:attrName>style.visibility</p:attrName>
                                        </p:attrNameLst>
                                      </p:cBhvr>
                                      <p:to>
                                        <p:strVal val="visible"/>
                                      </p:to>
                                    </p:set>
                                    <p:anim calcmode="lin" valueType="num">
                                      <p:cBhvr>
                                        <p:cTn id="55" dur="1000" fill="hold"/>
                                        <p:tgtEl>
                                          <p:spTgt spid="36"/>
                                        </p:tgtEl>
                                        <p:attrNameLst>
                                          <p:attrName>ppt_w</p:attrName>
                                        </p:attrNameLst>
                                      </p:cBhvr>
                                      <p:tavLst>
                                        <p:tav tm="0">
                                          <p:val>
                                            <p:fltVal val="0"/>
                                          </p:val>
                                        </p:tav>
                                        <p:tav tm="100000">
                                          <p:val>
                                            <p:strVal val="#ppt_w"/>
                                          </p:val>
                                        </p:tav>
                                      </p:tavLst>
                                    </p:anim>
                                    <p:anim calcmode="lin" valueType="num">
                                      <p:cBhvr>
                                        <p:cTn id="56" dur="1000" fill="hold"/>
                                        <p:tgtEl>
                                          <p:spTgt spid="36"/>
                                        </p:tgtEl>
                                        <p:attrNameLst>
                                          <p:attrName>ppt_h</p:attrName>
                                        </p:attrNameLst>
                                      </p:cBhvr>
                                      <p:tavLst>
                                        <p:tav tm="0">
                                          <p:val>
                                            <p:fltVal val="0"/>
                                          </p:val>
                                        </p:tav>
                                        <p:tav tm="100000">
                                          <p:val>
                                            <p:strVal val="#ppt_h"/>
                                          </p:val>
                                        </p:tav>
                                      </p:tavLst>
                                    </p:anim>
                                    <p:anim calcmode="lin" valueType="num">
                                      <p:cBhvr>
                                        <p:cTn id="57" dur="1000" fill="hold"/>
                                        <p:tgtEl>
                                          <p:spTgt spid="36"/>
                                        </p:tgtEl>
                                        <p:attrNameLst>
                                          <p:attrName>style.rotation</p:attrName>
                                        </p:attrNameLst>
                                      </p:cBhvr>
                                      <p:tavLst>
                                        <p:tav tm="0">
                                          <p:val>
                                            <p:fltVal val="90"/>
                                          </p:val>
                                        </p:tav>
                                        <p:tav tm="100000">
                                          <p:val>
                                            <p:fltVal val="0"/>
                                          </p:val>
                                        </p:tav>
                                      </p:tavLst>
                                    </p:anim>
                                    <p:animEffect transition="in" filter="fade">
                                      <p:cBhvr>
                                        <p:cTn id="58" dur="1000"/>
                                        <p:tgtEl>
                                          <p:spTgt spid="36"/>
                                        </p:tgtEl>
                                      </p:cBhvr>
                                    </p:animEffect>
                                  </p:childTnLst>
                                </p:cTn>
                              </p:par>
                              <p:par>
                                <p:cTn id="59" presetID="31" presetClass="entr" presetSubtype="0" fill="hold" grpId="0" nodeType="withEffect">
                                  <p:stCondLst>
                                    <p:cond delay="0"/>
                                  </p:stCondLst>
                                  <p:childTnLst>
                                    <p:set>
                                      <p:cBhvr>
                                        <p:cTn id="60" dur="1" fill="hold">
                                          <p:stCondLst>
                                            <p:cond delay="0"/>
                                          </p:stCondLst>
                                        </p:cTn>
                                        <p:tgtEl>
                                          <p:spTgt spid="43"/>
                                        </p:tgtEl>
                                        <p:attrNameLst>
                                          <p:attrName>style.visibility</p:attrName>
                                        </p:attrNameLst>
                                      </p:cBhvr>
                                      <p:to>
                                        <p:strVal val="visible"/>
                                      </p:to>
                                    </p:set>
                                    <p:anim calcmode="lin" valueType="num">
                                      <p:cBhvr>
                                        <p:cTn id="61" dur="1000" fill="hold"/>
                                        <p:tgtEl>
                                          <p:spTgt spid="43"/>
                                        </p:tgtEl>
                                        <p:attrNameLst>
                                          <p:attrName>ppt_w</p:attrName>
                                        </p:attrNameLst>
                                      </p:cBhvr>
                                      <p:tavLst>
                                        <p:tav tm="0">
                                          <p:val>
                                            <p:fltVal val="0"/>
                                          </p:val>
                                        </p:tav>
                                        <p:tav tm="100000">
                                          <p:val>
                                            <p:strVal val="#ppt_w"/>
                                          </p:val>
                                        </p:tav>
                                      </p:tavLst>
                                    </p:anim>
                                    <p:anim calcmode="lin" valueType="num">
                                      <p:cBhvr>
                                        <p:cTn id="62" dur="1000" fill="hold"/>
                                        <p:tgtEl>
                                          <p:spTgt spid="43"/>
                                        </p:tgtEl>
                                        <p:attrNameLst>
                                          <p:attrName>ppt_h</p:attrName>
                                        </p:attrNameLst>
                                      </p:cBhvr>
                                      <p:tavLst>
                                        <p:tav tm="0">
                                          <p:val>
                                            <p:fltVal val="0"/>
                                          </p:val>
                                        </p:tav>
                                        <p:tav tm="100000">
                                          <p:val>
                                            <p:strVal val="#ppt_h"/>
                                          </p:val>
                                        </p:tav>
                                      </p:tavLst>
                                    </p:anim>
                                    <p:anim calcmode="lin" valueType="num">
                                      <p:cBhvr>
                                        <p:cTn id="63" dur="1000" fill="hold"/>
                                        <p:tgtEl>
                                          <p:spTgt spid="43"/>
                                        </p:tgtEl>
                                        <p:attrNameLst>
                                          <p:attrName>style.rotation</p:attrName>
                                        </p:attrNameLst>
                                      </p:cBhvr>
                                      <p:tavLst>
                                        <p:tav tm="0">
                                          <p:val>
                                            <p:fltVal val="90"/>
                                          </p:val>
                                        </p:tav>
                                        <p:tav tm="100000">
                                          <p:val>
                                            <p:fltVal val="0"/>
                                          </p:val>
                                        </p:tav>
                                      </p:tavLst>
                                    </p:anim>
                                    <p:animEffect transition="in" filter="fade">
                                      <p:cBhvr>
                                        <p:cTn id="64" dur="1000"/>
                                        <p:tgtEl>
                                          <p:spTgt spid="43"/>
                                        </p:tgtEl>
                                      </p:cBhvr>
                                    </p:animEffect>
                                  </p:childTnLst>
                                </p:cTn>
                              </p:par>
                              <p:par>
                                <p:cTn id="65" presetID="31" presetClass="entr" presetSubtype="0" fill="hold" nodeType="withEffect">
                                  <p:stCondLst>
                                    <p:cond delay="0"/>
                                  </p:stCondLst>
                                  <p:childTnLst>
                                    <p:set>
                                      <p:cBhvr>
                                        <p:cTn id="66" dur="1" fill="hold">
                                          <p:stCondLst>
                                            <p:cond delay="0"/>
                                          </p:stCondLst>
                                        </p:cTn>
                                        <p:tgtEl>
                                          <p:spTgt spid="44"/>
                                        </p:tgtEl>
                                        <p:attrNameLst>
                                          <p:attrName>style.visibility</p:attrName>
                                        </p:attrNameLst>
                                      </p:cBhvr>
                                      <p:to>
                                        <p:strVal val="visible"/>
                                      </p:to>
                                    </p:set>
                                    <p:anim calcmode="lin" valueType="num">
                                      <p:cBhvr>
                                        <p:cTn id="67" dur="1000" fill="hold"/>
                                        <p:tgtEl>
                                          <p:spTgt spid="44"/>
                                        </p:tgtEl>
                                        <p:attrNameLst>
                                          <p:attrName>ppt_w</p:attrName>
                                        </p:attrNameLst>
                                      </p:cBhvr>
                                      <p:tavLst>
                                        <p:tav tm="0">
                                          <p:val>
                                            <p:fltVal val="0"/>
                                          </p:val>
                                        </p:tav>
                                        <p:tav tm="100000">
                                          <p:val>
                                            <p:strVal val="#ppt_w"/>
                                          </p:val>
                                        </p:tav>
                                      </p:tavLst>
                                    </p:anim>
                                    <p:anim calcmode="lin" valueType="num">
                                      <p:cBhvr>
                                        <p:cTn id="68" dur="1000" fill="hold"/>
                                        <p:tgtEl>
                                          <p:spTgt spid="44"/>
                                        </p:tgtEl>
                                        <p:attrNameLst>
                                          <p:attrName>ppt_h</p:attrName>
                                        </p:attrNameLst>
                                      </p:cBhvr>
                                      <p:tavLst>
                                        <p:tav tm="0">
                                          <p:val>
                                            <p:fltVal val="0"/>
                                          </p:val>
                                        </p:tav>
                                        <p:tav tm="100000">
                                          <p:val>
                                            <p:strVal val="#ppt_h"/>
                                          </p:val>
                                        </p:tav>
                                      </p:tavLst>
                                    </p:anim>
                                    <p:anim calcmode="lin" valueType="num">
                                      <p:cBhvr>
                                        <p:cTn id="69" dur="1000" fill="hold"/>
                                        <p:tgtEl>
                                          <p:spTgt spid="44"/>
                                        </p:tgtEl>
                                        <p:attrNameLst>
                                          <p:attrName>style.rotation</p:attrName>
                                        </p:attrNameLst>
                                      </p:cBhvr>
                                      <p:tavLst>
                                        <p:tav tm="0">
                                          <p:val>
                                            <p:fltVal val="90"/>
                                          </p:val>
                                        </p:tav>
                                        <p:tav tm="100000">
                                          <p:val>
                                            <p:fltVal val="0"/>
                                          </p:val>
                                        </p:tav>
                                      </p:tavLst>
                                    </p:anim>
                                    <p:animEffect transition="in" filter="fade">
                                      <p:cBhvr>
                                        <p:cTn id="70" dur="1000"/>
                                        <p:tgtEl>
                                          <p:spTgt spid="44"/>
                                        </p:tgtEl>
                                      </p:cBhvr>
                                    </p:animEffect>
                                  </p:childTnLst>
                                </p:cTn>
                              </p:par>
                              <p:par>
                                <p:cTn id="71" presetID="31" presetClass="entr" presetSubtype="0" fill="hold" nodeType="withEffect">
                                  <p:stCondLst>
                                    <p:cond delay="0"/>
                                  </p:stCondLst>
                                  <p:childTnLst>
                                    <p:set>
                                      <p:cBhvr>
                                        <p:cTn id="72" dur="1" fill="hold">
                                          <p:stCondLst>
                                            <p:cond delay="0"/>
                                          </p:stCondLst>
                                        </p:cTn>
                                        <p:tgtEl>
                                          <p:spTgt spid="48"/>
                                        </p:tgtEl>
                                        <p:attrNameLst>
                                          <p:attrName>style.visibility</p:attrName>
                                        </p:attrNameLst>
                                      </p:cBhvr>
                                      <p:to>
                                        <p:strVal val="visible"/>
                                      </p:to>
                                    </p:set>
                                    <p:anim calcmode="lin" valueType="num">
                                      <p:cBhvr>
                                        <p:cTn id="73" dur="1000" fill="hold"/>
                                        <p:tgtEl>
                                          <p:spTgt spid="48"/>
                                        </p:tgtEl>
                                        <p:attrNameLst>
                                          <p:attrName>ppt_w</p:attrName>
                                        </p:attrNameLst>
                                      </p:cBhvr>
                                      <p:tavLst>
                                        <p:tav tm="0">
                                          <p:val>
                                            <p:fltVal val="0"/>
                                          </p:val>
                                        </p:tav>
                                        <p:tav tm="100000">
                                          <p:val>
                                            <p:strVal val="#ppt_w"/>
                                          </p:val>
                                        </p:tav>
                                      </p:tavLst>
                                    </p:anim>
                                    <p:anim calcmode="lin" valueType="num">
                                      <p:cBhvr>
                                        <p:cTn id="74" dur="1000" fill="hold"/>
                                        <p:tgtEl>
                                          <p:spTgt spid="48"/>
                                        </p:tgtEl>
                                        <p:attrNameLst>
                                          <p:attrName>ppt_h</p:attrName>
                                        </p:attrNameLst>
                                      </p:cBhvr>
                                      <p:tavLst>
                                        <p:tav tm="0">
                                          <p:val>
                                            <p:fltVal val="0"/>
                                          </p:val>
                                        </p:tav>
                                        <p:tav tm="100000">
                                          <p:val>
                                            <p:strVal val="#ppt_h"/>
                                          </p:val>
                                        </p:tav>
                                      </p:tavLst>
                                    </p:anim>
                                    <p:anim calcmode="lin" valueType="num">
                                      <p:cBhvr>
                                        <p:cTn id="75" dur="1000" fill="hold"/>
                                        <p:tgtEl>
                                          <p:spTgt spid="48"/>
                                        </p:tgtEl>
                                        <p:attrNameLst>
                                          <p:attrName>style.rotation</p:attrName>
                                        </p:attrNameLst>
                                      </p:cBhvr>
                                      <p:tavLst>
                                        <p:tav tm="0">
                                          <p:val>
                                            <p:fltVal val="90"/>
                                          </p:val>
                                        </p:tav>
                                        <p:tav tm="100000">
                                          <p:val>
                                            <p:fltVal val="0"/>
                                          </p:val>
                                        </p:tav>
                                      </p:tavLst>
                                    </p:anim>
                                    <p:animEffect transition="in" filter="fade">
                                      <p:cBhvr>
                                        <p:cTn id="76" dur="1000"/>
                                        <p:tgtEl>
                                          <p:spTgt spid="48"/>
                                        </p:tgtEl>
                                      </p:cBhvr>
                                    </p:animEffect>
                                  </p:childTnLst>
                                </p:cTn>
                              </p:par>
                              <p:par>
                                <p:cTn id="77" presetID="31" presetClass="entr" presetSubtype="0" fill="hold" nodeType="withEffect">
                                  <p:stCondLst>
                                    <p:cond delay="0"/>
                                  </p:stCondLst>
                                  <p:childTnLst>
                                    <p:set>
                                      <p:cBhvr>
                                        <p:cTn id="78" dur="1" fill="hold">
                                          <p:stCondLst>
                                            <p:cond delay="0"/>
                                          </p:stCondLst>
                                        </p:cTn>
                                        <p:tgtEl>
                                          <p:spTgt spid="55"/>
                                        </p:tgtEl>
                                        <p:attrNameLst>
                                          <p:attrName>style.visibility</p:attrName>
                                        </p:attrNameLst>
                                      </p:cBhvr>
                                      <p:to>
                                        <p:strVal val="visible"/>
                                      </p:to>
                                    </p:set>
                                    <p:anim calcmode="lin" valueType="num">
                                      <p:cBhvr>
                                        <p:cTn id="79" dur="1000" fill="hold"/>
                                        <p:tgtEl>
                                          <p:spTgt spid="55"/>
                                        </p:tgtEl>
                                        <p:attrNameLst>
                                          <p:attrName>ppt_w</p:attrName>
                                        </p:attrNameLst>
                                      </p:cBhvr>
                                      <p:tavLst>
                                        <p:tav tm="0">
                                          <p:val>
                                            <p:fltVal val="0"/>
                                          </p:val>
                                        </p:tav>
                                        <p:tav tm="100000">
                                          <p:val>
                                            <p:strVal val="#ppt_w"/>
                                          </p:val>
                                        </p:tav>
                                      </p:tavLst>
                                    </p:anim>
                                    <p:anim calcmode="lin" valueType="num">
                                      <p:cBhvr>
                                        <p:cTn id="80" dur="1000" fill="hold"/>
                                        <p:tgtEl>
                                          <p:spTgt spid="55"/>
                                        </p:tgtEl>
                                        <p:attrNameLst>
                                          <p:attrName>ppt_h</p:attrName>
                                        </p:attrNameLst>
                                      </p:cBhvr>
                                      <p:tavLst>
                                        <p:tav tm="0">
                                          <p:val>
                                            <p:fltVal val="0"/>
                                          </p:val>
                                        </p:tav>
                                        <p:tav tm="100000">
                                          <p:val>
                                            <p:strVal val="#ppt_h"/>
                                          </p:val>
                                        </p:tav>
                                      </p:tavLst>
                                    </p:anim>
                                    <p:anim calcmode="lin" valueType="num">
                                      <p:cBhvr>
                                        <p:cTn id="81" dur="1000" fill="hold"/>
                                        <p:tgtEl>
                                          <p:spTgt spid="55"/>
                                        </p:tgtEl>
                                        <p:attrNameLst>
                                          <p:attrName>style.rotation</p:attrName>
                                        </p:attrNameLst>
                                      </p:cBhvr>
                                      <p:tavLst>
                                        <p:tav tm="0">
                                          <p:val>
                                            <p:fltVal val="90"/>
                                          </p:val>
                                        </p:tav>
                                        <p:tav tm="100000">
                                          <p:val>
                                            <p:fltVal val="0"/>
                                          </p:val>
                                        </p:tav>
                                      </p:tavLst>
                                    </p:anim>
                                    <p:animEffect transition="in" filter="fade">
                                      <p:cBhvr>
                                        <p:cTn id="82" dur="1000"/>
                                        <p:tgtEl>
                                          <p:spTgt spid="55"/>
                                        </p:tgtEl>
                                      </p:cBhvr>
                                    </p:animEffect>
                                  </p:childTnLst>
                                </p:cTn>
                              </p:par>
                              <p:par>
                                <p:cTn id="83" presetID="31" presetClass="entr" presetSubtype="0" fill="hold" nodeType="withEffect">
                                  <p:stCondLst>
                                    <p:cond delay="0"/>
                                  </p:stCondLst>
                                  <p:childTnLst>
                                    <p:set>
                                      <p:cBhvr>
                                        <p:cTn id="84" dur="1" fill="hold">
                                          <p:stCondLst>
                                            <p:cond delay="0"/>
                                          </p:stCondLst>
                                        </p:cTn>
                                        <p:tgtEl>
                                          <p:spTgt spid="57"/>
                                        </p:tgtEl>
                                        <p:attrNameLst>
                                          <p:attrName>style.visibility</p:attrName>
                                        </p:attrNameLst>
                                      </p:cBhvr>
                                      <p:to>
                                        <p:strVal val="visible"/>
                                      </p:to>
                                    </p:set>
                                    <p:anim calcmode="lin" valueType="num">
                                      <p:cBhvr>
                                        <p:cTn id="85" dur="1000" fill="hold"/>
                                        <p:tgtEl>
                                          <p:spTgt spid="57"/>
                                        </p:tgtEl>
                                        <p:attrNameLst>
                                          <p:attrName>ppt_w</p:attrName>
                                        </p:attrNameLst>
                                      </p:cBhvr>
                                      <p:tavLst>
                                        <p:tav tm="0">
                                          <p:val>
                                            <p:fltVal val="0"/>
                                          </p:val>
                                        </p:tav>
                                        <p:tav tm="100000">
                                          <p:val>
                                            <p:strVal val="#ppt_w"/>
                                          </p:val>
                                        </p:tav>
                                      </p:tavLst>
                                    </p:anim>
                                    <p:anim calcmode="lin" valueType="num">
                                      <p:cBhvr>
                                        <p:cTn id="86" dur="1000" fill="hold"/>
                                        <p:tgtEl>
                                          <p:spTgt spid="57"/>
                                        </p:tgtEl>
                                        <p:attrNameLst>
                                          <p:attrName>ppt_h</p:attrName>
                                        </p:attrNameLst>
                                      </p:cBhvr>
                                      <p:tavLst>
                                        <p:tav tm="0">
                                          <p:val>
                                            <p:fltVal val="0"/>
                                          </p:val>
                                        </p:tav>
                                        <p:tav tm="100000">
                                          <p:val>
                                            <p:strVal val="#ppt_h"/>
                                          </p:val>
                                        </p:tav>
                                      </p:tavLst>
                                    </p:anim>
                                    <p:anim calcmode="lin" valueType="num">
                                      <p:cBhvr>
                                        <p:cTn id="87" dur="1000" fill="hold"/>
                                        <p:tgtEl>
                                          <p:spTgt spid="57"/>
                                        </p:tgtEl>
                                        <p:attrNameLst>
                                          <p:attrName>style.rotation</p:attrName>
                                        </p:attrNameLst>
                                      </p:cBhvr>
                                      <p:tavLst>
                                        <p:tav tm="0">
                                          <p:val>
                                            <p:fltVal val="90"/>
                                          </p:val>
                                        </p:tav>
                                        <p:tav tm="100000">
                                          <p:val>
                                            <p:fltVal val="0"/>
                                          </p:val>
                                        </p:tav>
                                      </p:tavLst>
                                    </p:anim>
                                    <p:animEffect transition="in" filter="fade">
                                      <p:cBhvr>
                                        <p:cTn id="88" dur="1000"/>
                                        <p:tgtEl>
                                          <p:spTgt spid="57"/>
                                        </p:tgtEl>
                                      </p:cBhvr>
                                    </p:animEffect>
                                  </p:childTnLst>
                                </p:cTn>
                              </p:par>
                              <p:par>
                                <p:cTn id="89" presetID="31" presetClass="entr" presetSubtype="0" fill="hold" nodeType="withEffect">
                                  <p:stCondLst>
                                    <p:cond delay="0"/>
                                  </p:stCondLst>
                                  <p:childTnLst>
                                    <p:set>
                                      <p:cBhvr>
                                        <p:cTn id="90" dur="1" fill="hold">
                                          <p:stCondLst>
                                            <p:cond delay="0"/>
                                          </p:stCondLst>
                                        </p:cTn>
                                        <p:tgtEl>
                                          <p:spTgt spid="59"/>
                                        </p:tgtEl>
                                        <p:attrNameLst>
                                          <p:attrName>style.visibility</p:attrName>
                                        </p:attrNameLst>
                                      </p:cBhvr>
                                      <p:to>
                                        <p:strVal val="visible"/>
                                      </p:to>
                                    </p:set>
                                    <p:anim calcmode="lin" valueType="num">
                                      <p:cBhvr>
                                        <p:cTn id="91" dur="1000" fill="hold"/>
                                        <p:tgtEl>
                                          <p:spTgt spid="59"/>
                                        </p:tgtEl>
                                        <p:attrNameLst>
                                          <p:attrName>ppt_w</p:attrName>
                                        </p:attrNameLst>
                                      </p:cBhvr>
                                      <p:tavLst>
                                        <p:tav tm="0">
                                          <p:val>
                                            <p:fltVal val="0"/>
                                          </p:val>
                                        </p:tav>
                                        <p:tav tm="100000">
                                          <p:val>
                                            <p:strVal val="#ppt_w"/>
                                          </p:val>
                                        </p:tav>
                                      </p:tavLst>
                                    </p:anim>
                                    <p:anim calcmode="lin" valueType="num">
                                      <p:cBhvr>
                                        <p:cTn id="92" dur="1000" fill="hold"/>
                                        <p:tgtEl>
                                          <p:spTgt spid="59"/>
                                        </p:tgtEl>
                                        <p:attrNameLst>
                                          <p:attrName>ppt_h</p:attrName>
                                        </p:attrNameLst>
                                      </p:cBhvr>
                                      <p:tavLst>
                                        <p:tav tm="0">
                                          <p:val>
                                            <p:fltVal val="0"/>
                                          </p:val>
                                        </p:tav>
                                        <p:tav tm="100000">
                                          <p:val>
                                            <p:strVal val="#ppt_h"/>
                                          </p:val>
                                        </p:tav>
                                      </p:tavLst>
                                    </p:anim>
                                    <p:anim calcmode="lin" valueType="num">
                                      <p:cBhvr>
                                        <p:cTn id="93" dur="1000" fill="hold"/>
                                        <p:tgtEl>
                                          <p:spTgt spid="59"/>
                                        </p:tgtEl>
                                        <p:attrNameLst>
                                          <p:attrName>style.rotation</p:attrName>
                                        </p:attrNameLst>
                                      </p:cBhvr>
                                      <p:tavLst>
                                        <p:tav tm="0">
                                          <p:val>
                                            <p:fltVal val="90"/>
                                          </p:val>
                                        </p:tav>
                                        <p:tav tm="100000">
                                          <p:val>
                                            <p:fltVal val="0"/>
                                          </p:val>
                                        </p:tav>
                                      </p:tavLst>
                                    </p:anim>
                                    <p:animEffect transition="in" filter="fade">
                                      <p:cBhvr>
                                        <p:cTn id="94" dur="1000"/>
                                        <p:tgtEl>
                                          <p:spTgt spid="59"/>
                                        </p:tgtEl>
                                      </p:cBhvr>
                                    </p:animEffect>
                                  </p:childTnLst>
                                </p:cTn>
                              </p:par>
                              <p:par>
                                <p:cTn id="95" presetID="31" presetClass="entr" presetSubtype="0" fill="hold" nodeType="withEffect">
                                  <p:stCondLst>
                                    <p:cond delay="0"/>
                                  </p:stCondLst>
                                  <p:childTnLst>
                                    <p:set>
                                      <p:cBhvr>
                                        <p:cTn id="96" dur="1" fill="hold">
                                          <p:stCondLst>
                                            <p:cond delay="0"/>
                                          </p:stCondLst>
                                        </p:cTn>
                                        <p:tgtEl>
                                          <p:spTgt spid="66"/>
                                        </p:tgtEl>
                                        <p:attrNameLst>
                                          <p:attrName>style.visibility</p:attrName>
                                        </p:attrNameLst>
                                      </p:cBhvr>
                                      <p:to>
                                        <p:strVal val="visible"/>
                                      </p:to>
                                    </p:set>
                                    <p:anim calcmode="lin" valueType="num">
                                      <p:cBhvr>
                                        <p:cTn id="97" dur="1000" fill="hold"/>
                                        <p:tgtEl>
                                          <p:spTgt spid="66"/>
                                        </p:tgtEl>
                                        <p:attrNameLst>
                                          <p:attrName>ppt_w</p:attrName>
                                        </p:attrNameLst>
                                      </p:cBhvr>
                                      <p:tavLst>
                                        <p:tav tm="0">
                                          <p:val>
                                            <p:fltVal val="0"/>
                                          </p:val>
                                        </p:tav>
                                        <p:tav tm="100000">
                                          <p:val>
                                            <p:strVal val="#ppt_w"/>
                                          </p:val>
                                        </p:tav>
                                      </p:tavLst>
                                    </p:anim>
                                    <p:anim calcmode="lin" valueType="num">
                                      <p:cBhvr>
                                        <p:cTn id="98" dur="1000" fill="hold"/>
                                        <p:tgtEl>
                                          <p:spTgt spid="66"/>
                                        </p:tgtEl>
                                        <p:attrNameLst>
                                          <p:attrName>ppt_h</p:attrName>
                                        </p:attrNameLst>
                                      </p:cBhvr>
                                      <p:tavLst>
                                        <p:tav tm="0">
                                          <p:val>
                                            <p:fltVal val="0"/>
                                          </p:val>
                                        </p:tav>
                                        <p:tav tm="100000">
                                          <p:val>
                                            <p:strVal val="#ppt_h"/>
                                          </p:val>
                                        </p:tav>
                                      </p:tavLst>
                                    </p:anim>
                                    <p:anim calcmode="lin" valueType="num">
                                      <p:cBhvr>
                                        <p:cTn id="99" dur="1000" fill="hold"/>
                                        <p:tgtEl>
                                          <p:spTgt spid="66"/>
                                        </p:tgtEl>
                                        <p:attrNameLst>
                                          <p:attrName>style.rotation</p:attrName>
                                        </p:attrNameLst>
                                      </p:cBhvr>
                                      <p:tavLst>
                                        <p:tav tm="0">
                                          <p:val>
                                            <p:fltVal val="90"/>
                                          </p:val>
                                        </p:tav>
                                        <p:tav tm="100000">
                                          <p:val>
                                            <p:fltVal val="0"/>
                                          </p:val>
                                        </p:tav>
                                      </p:tavLst>
                                    </p:anim>
                                    <p:animEffect transition="in" filter="fade">
                                      <p:cBhvr>
                                        <p:cTn id="100" dur="1000"/>
                                        <p:tgtEl>
                                          <p:spTgt spid="66"/>
                                        </p:tgtEl>
                                      </p:cBhvr>
                                    </p:animEffect>
                                  </p:childTnLst>
                                </p:cTn>
                              </p:par>
                              <p:par>
                                <p:cTn id="101" presetID="31" presetClass="entr" presetSubtype="0" fill="hold" nodeType="withEffect">
                                  <p:stCondLst>
                                    <p:cond delay="0"/>
                                  </p:stCondLst>
                                  <p:childTnLst>
                                    <p:set>
                                      <p:cBhvr>
                                        <p:cTn id="102" dur="1" fill="hold">
                                          <p:stCondLst>
                                            <p:cond delay="0"/>
                                          </p:stCondLst>
                                        </p:cTn>
                                        <p:tgtEl>
                                          <p:spTgt spid="65"/>
                                        </p:tgtEl>
                                        <p:attrNameLst>
                                          <p:attrName>style.visibility</p:attrName>
                                        </p:attrNameLst>
                                      </p:cBhvr>
                                      <p:to>
                                        <p:strVal val="visible"/>
                                      </p:to>
                                    </p:set>
                                    <p:anim calcmode="lin" valueType="num">
                                      <p:cBhvr>
                                        <p:cTn id="103" dur="1000" fill="hold"/>
                                        <p:tgtEl>
                                          <p:spTgt spid="65"/>
                                        </p:tgtEl>
                                        <p:attrNameLst>
                                          <p:attrName>ppt_w</p:attrName>
                                        </p:attrNameLst>
                                      </p:cBhvr>
                                      <p:tavLst>
                                        <p:tav tm="0">
                                          <p:val>
                                            <p:fltVal val="0"/>
                                          </p:val>
                                        </p:tav>
                                        <p:tav tm="100000">
                                          <p:val>
                                            <p:strVal val="#ppt_w"/>
                                          </p:val>
                                        </p:tav>
                                      </p:tavLst>
                                    </p:anim>
                                    <p:anim calcmode="lin" valueType="num">
                                      <p:cBhvr>
                                        <p:cTn id="104" dur="1000" fill="hold"/>
                                        <p:tgtEl>
                                          <p:spTgt spid="65"/>
                                        </p:tgtEl>
                                        <p:attrNameLst>
                                          <p:attrName>ppt_h</p:attrName>
                                        </p:attrNameLst>
                                      </p:cBhvr>
                                      <p:tavLst>
                                        <p:tav tm="0">
                                          <p:val>
                                            <p:fltVal val="0"/>
                                          </p:val>
                                        </p:tav>
                                        <p:tav tm="100000">
                                          <p:val>
                                            <p:strVal val="#ppt_h"/>
                                          </p:val>
                                        </p:tav>
                                      </p:tavLst>
                                    </p:anim>
                                    <p:anim calcmode="lin" valueType="num">
                                      <p:cBhvr>
                                        <p:cTn id="105" dur="1000" fill="hold"/>
                                        <p:tgtEl>
                                          <p:spTgt spid="65"/>
                                        </p:tgtEl>
                                        <p:attrNameLst>
                                          <p:attrName>style.rotation</p:attrName>
                                        </p:attrNameLst>
                                      </p:cBhvr>
                                      <p:tavLst>
                                        <p:tav tm="0">
                                          <p:val>
                                            <p:fltVal val="90"/>
                                          </p:val>
                                        </p:tav>
                                        <p:tav tm="100000">
                                          <p:val>
                                            <p:fltVal val="0"/>
                                          </p:val>
                                        </p:tav>
                                      </p:tavLst>
                                    </p:anim>
                                    <p:animEffect transition="in" filter="fade">
                                      <p:cBhvr>
                                        <p:cTn id="106" dur="1000"/>
                                        <p:tgtEl>
                                          <p:spTgt spid="65"/>
                                        </p:tgtEl>
                                      </p:cBhvr>
                                    </p:animEffect>
                                  </p:childTnLst>
                                </p:cTn>
                              </p:par>
                              <p:par>
                                <p:cTn id="107" presetID="31" presetClass="entr" presetSubtype="0" fill="hold" nodeType="withEffect">
                                  <p:stCondLst>
                                    <p:cond delay="0"/>
                                  </p:stCondLst>
                                  <p:childTnLst>
                                    <p:set>
                                      <p:cBhvr>
                                        <p:cTn id="108" dur="1" fill="hold">
                                          <p:stCondLst>
                                            <p:cond delay="0"/>
                                          </p:stCondLst>
                                        </p:cTn>
                                        <p:tgtEl>
                                          <p:spTgt spid="70"/>
                                        </p:tgtEl>
                                        <p:attrNameLst>
                                          <p:attrName>style.visibility</p:attrName>
                                        </p:attrNameLst>
                                      </p:cBhvr>
                                      <p:to>
                                        <p:strVal val="visible"/>
                                      </p:to>
                                    </p:set>
                                    <p:anim calcmode="lin" valueType="num">
                                      <p:cBhvr>
                                        <p:cTn id="109" dur="1000" fill="hold"/>
                                        <p:tgtEl>
                                          <p:spTgt spid="70"/>
                                        </p:tgtEl>
                                        <p:attrNameLst>
                                          <p:attrName>ppt_w</p:attrName>
                                        </p:attrNameLst>
                                      </p:cBhvr>
                                      <p:tavLst>
                                        <p:tav tm="0">
                                          <p:val>
                                            <p:fltVal val="0"/>
                                          </p:val>
                                        </p:tav>
                                        <p:tav tm="100000">
                                          <p:val>
                                            <p:strVal val="#ppt_w"/>
                                          </p:val>
                                        </p:tav>
                                      </p:tavLst>
                                    </p:anim>
                                    <p:anim calcmode="lin" valueType="num">
                                      <p:cBhvr>
                                        <p:cTn id="110" dur="1000" fill="hold"/>
                                        <p:tgtEl>
                                          <p:spTgt spid="70"/>
                                        </p:tgtEl>
                                        <p:attrNameLst>
                                          <p:attrName>ppt_h</p:attrName>
                                        </p:attrNameLst>
                                      </p:cBhvr>
                                      <p:tavLst>
                                        <p:tav tm="0">
                                          <p:val>
                                            <p:fltVal val="0"/>
                                          </p:val>
                                        </p:tav>
                                        <p:tav tm="100000">
                                          <p:val>
                                            <p:strVal val="#ppt_h"/>
                                          </p:val>
                                        </p:tav>
                                      </p:tavLst>
                                    </p:anim>
                                    <p:anim calcmode="lin" valueType="num">
                                      <p:cBhvr>
                                        <p:cTn id="111" dur="1000" fill="hold"/>
                                        <p:tgtEl>
                                          <p:spTgt spid="70"/>
                                        </p:tgtEl>
                                        <p:attrNameLst>
                                          <p:attrName>style.rotation</p:attrName>
                                        </p:attrNameLst>
                                      </p:cBhvr>
                                      <p:tavLst>
                                        <p:tav tm="0">
                                          <p:val>
                                            <p:fltVal val="90"/>
                                          </p:val>
                                        </p:tav>
                                        <p:tav tm="100000">
                                          <p:val>
                                            <p:fltVal val="0"/>
                                          </p:val>
                                        </p:tav>
                                      </p:tavLst>
                                    </p:anim>
                                    <p:animEffect transition="in" filter="fade">
                                      <p:cBhvr>
                                        <p:cTn id="112" dur="1000"/>
                                        <p:tgtEl>
                                          <p:spTgt spid="70"/>
                                        </p:tgtEl>
                                      </p:cBhvr>
                                    </p:animEffect>
                                  </p:childTnLst>
                                </p:cTn>
                              </p:par>
                              <p:par>
                                <p:cTn id="113" presetID="31" presetClass="entr" presetSubtype="0" fill="hold" nodeType="withEffect">
                                  <p:stCondLst>
                                    <p:cond delay="0"/>
                                  </p:stCondLst>
                                  <p:childTnLst>
                                    <p:set>
                                      <p:cBhvr>
                                        <p:cTn id="114" dur="1" fill="hold">
                                          <p:stCondLst>
                                            <p:cond delay="0"/>
                                          </p:stCondLst>
                                        </p:cTn>
                                        <p:tgtEl>
                                          <p:spTgt spid="76"/>
                                        </p:tgtEl>
                                        <p:attrNameLst>
                                          <p:attrName>style.visibility</p:attrName>
                                        </p:attrNameLst>
                                      </p:cBhvr>
                                      <p:to>
                                        <p:strVal val="visible"/>
                                      </p:to>
                                    </p:set>
                                    <p:anim calcmode="lin" valueType="num">
                                      <p:cBhvr>
                                        <p:cTn id="115" dur="1000" fill="hold"/>
                                        <p:tgtEl>
                                          <p:spTgt spid="76"/>
                                        </p:tgtEl>
                                        <p:attrNameLst>
                                          <p:attrName>ppt_w</p:attrName>
                                        </p:attrNameLst>
                                      </p:cBhvr>
                                      <p:tavLst>
                                        <p:tav tm="0">
                                          <p:val>
                                            <p:fltVal val="0"/>
                                          </p:val>
                                        </p:tav>
                                        <p:tav tm="100000">
                                          <p:val>
                                            <p:strVal val="#ppt_w"/>
                                          </p:val>
                                        </p:tav>
                                      </p:tavLst>
                                    </p:anim>
                                    <p:anim calcmode="lin" valueType="num">
                                      <p:cBhvr>
                                        <p:cTn id="116" dur="1000" fill="hold"/>
                                        <p:tgtEl>
                                          <p:spTgt spid="76"/>
                                        </p:tgtEl>
                                        <p:attrNameLst>
                                          <p:attrName>ppt_h</p:attrName>
                                        </p:attrNameLst>
                                      </p:cBhvr>
                                      <p:tavLst>
                                        <p:tav tm="0">
                                          <p:val>
                                            <p:fltVal val="0"/>
                                          </p:val>
                                        </p:tav>
                                        <p:tav tm="100000">
                                          <p:val>
                                            <p:strVal val="#ppt_h"/>
                                          </p:val>
                                        </p:tav>
                                      </p:tavLst>
                                    </p:anim>
                                    <p:anim calcmode="lin" valueType="num">
                                      <p:cBhvr>
                                        <p:cTn id="117" dur="1000" fill="hold"/>
                                        <p:tgtEl>
                                          <p:spTgt spid="76"/>
                                        </p:tgtEl>
                                        <p:attrNameLst>
                                          <p:attrName>style.rotation</p:attrName>
                                        </p:attrNameLst>
                                      </p:cBhvr>
                                      <p:tavLst>
                                        <p:tav tm="0">
                                          <p:val>
                                            <p:fltVal val="90"/>
                                          </p:val>
                                        </p:tav>
                                        <p:tav tm="100000">
                                          <p:val>
                                            <p:fltVal val="0"/>
                                          </p:val>
                                        </p:tav>
                                      </p:tavLst>
                                    </p:anim>
                                    <p:animEffect transition="in" filter="fade">
                                      <p:cBhvr>
                                        <p:cTn id="118" dur="10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31" grpId="0" animBg="1"/>
      <p:bldP spid="36" grpId="0" animBg="1"/>
      <p:bldP spid="4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002B55-B81A-5BD6-23D7-0DDBD2C4C819}"/>
              </a:ext>
            </a:extLst>
          </p:cNvPr>
          <p:cNvSpPr>
            <a:spLocks noGrp="1"/>
          </p:cNvSpPr>
          <p:nvPr>
            <p:ph type="sldNum" sz="quarter" idx="12"/>
          </p:nvPr>
        </p:nvSpPr>
        <p:spPr/>
        <p:txBody>
          <a:bodyPr/>
          <a:lstStyle/>
          <a:p>
            <a:fld id="{86889C5C-8171-4CA3-86B1-670B90C02708}" type="slidenum">
              <a:rPr lang="en-GB" smtClean="0"/>
              <a:t>6</a:t>
            </a:fld>
            <a:endParaRPr lang="en-GB"/>
          </a:p>
        </p:txBody>
      </p:sp>
      <p:sp>
        <p:nvSpPr>
          <p:cNvPr id="77" name="Rectangle: Rounded Corners 36">
            <a:extLst>
              <a:ext uri="{FF2B5EF4-FFF2-40B4-BE49-F238E27FC236}">
                <a16:creationId xmlns:a16="http://schemas.microsoft.com/office/drawing/2014/main" id="{58BBBD38-DB90-966E-5F61-B0CCF81299CB}"/>
              </a:ext>
            </a:extLst>
          </p:cNvPr>
          <p:cNvSpPr/>
          <p:nvPr/>
        </p:nvSpPr>
        <p:spPr>
          <a:xfrm>
            <a:off x="200886" y="2985626"/>
            <a:ext cx="3657600" cy="110799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491019" rtl="0" eaLnBrk="1" fontAlgn="base" latinLnBrk="0" hangingPunct="1">
              <a:lnSpc>
                <a:spcPct val="100000"/>
              </a:lnSpc>
              <a:spcBef>
                <a:spcPct val="0"/>
              </a:spcBef>
              <a:spcAft>
                <a:spcPct val="0"/>
              </a:spcAft>
              <a:buClrTx/>
              <a:buSzTx/>
              <a:buFontTx/>
              <a:buNone/>
              <a:tabLst/>
              <a:defRPr/>
            </a:pPr>
            <a:r>
              <a:rPr kumimoji="0" lang="en" sz="3600" b="0" i="0" u="none" strike="noStrike" kern="1200" cap="none" spc="0" normalizeH="0" baseline="0" dirty="0">
                <a:ln>
                  <a:noFill/>
                </a:ln>
                <a:solidFill>
                  <a:schemeClr val="bg1"/>
                </a:solidFill>
                <a:effectLst/>
                <a:uLnTx/>
                <a:uFillTx/>
                <a:latin typeface="Segoe UI Semibold" panose="020B0702040204020203" pitchFamily="34" charset="0"/>
                <a:cs typeface="Segoe UI Semibold" panose="020B0702040204020203" pitchFamily="34" charset="0"/>
              </a:rPr>
              <a:t>&gt; 2-3,000 Million Files</a:t>
            </a:r>
            <a:endParaRPr kumimoji="0" lang="es-ES" sz="3600" b="0" i="0" u="none" strike="noStrike" kern="1200" cap="none" spc="0" normalizeH="0" baseline="0" dirty="0">
              <a:ln>
                <a:noFill/>
              </a:ln>
              <a:solidFill>
                <a:schemeClr val="bg1"/>
              </a:solidFill>
              <a:effectLst/>
              <a:uLnTx/>
              <a:uFillTx/>
              <a:latin typeface="Segoe UI Semibold" panose="020B0702040204020203" pitchFamily="34" charset="0"/>
              <a:cs typeface="Segoe UI Semibold" panose="020B0702040204020203" pitchFamily="34" charset="0"/>
            </a:endParaRPr>
          </a:p>
        </p:txBody>
      </p:sp>
      <p:sp>
        <p:nvSpPr>
          <p:cNvPr id="79" name="Rectangle: Rounded Corners 36">
            <a:extLst>
              <a:ext uri="{FF2B5EF4-FFF2-40B4-BE49-F238E27FC236}">
                <a16:creationId xmlns:a16="http://schemas.microsoft.com/office/drawing/2014/main" id="{F480C8C7-FACF-7657-2644-01DCCB7315CE}"/>
              </a:ext>
            </a:extLst>
          </p:cNvPr>
          <p:cNvSpPr txBox="1">
            <a:spLocks/>
          </p:cNvSpPr>
          <p:nvPr/>
        </p:nvSpPr>
        <p:spPr>
          <a:xfrm>
            <a:off x="200886" y="4328720"/>
            <a:ext cx="3657600" cy="480399"/>
          </a:xfrm>
          <a:prstGeom prst="roundRect">
            <a:avLst>
              <a:gd name="adj" fmla="val 50000"/>
            </a:avLst>
          </a:prstGeom>
          <a:gradFill flip="none" rotWithShape="1">
            <a:gsLst>
              <a:gs pos="35000">
                <a:srgbClr val="225B62"/>
              </a:gs>
              <a:gs pos="10000">
                <a:srgbClr val="49C5B1"/>
              </a:gs>
            </a:gsLst>
            <a:path path="circle">
              <a:fillToRect l="100000" t="100000"/>
            </a:path>
            <a:tileRect r="-100000" b="-100000"/>
          </a:gradFill>
          <a:ln w="9525" cap="flat" cmpd="sng" algn="ctr">
            <a:noFill/>
            <a:prstDash val="solid"/>
            <a:miter lim="800000"/>
            <a:headEnd type="none" w="med" len="med"/>
            <a:tailEnd type="none" w="med" len="med"/>
          </a:ln>
          <a:effectLst>
            <a:outerShdw blurRad="63500" dist="127000" dir="2700000" algn="tl"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sp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491019" fontAlgn="base">
              <a:lnSpc>
                <a:spcPct val="100000"/>
              </a:lnSpc>
              <a:spcAft>
                <a:spcPct val="0"/>
              </a:spcAft>
              <a:defRPr/>
            </a:pPr>
            <a:r>
              <a:rPr lang="en-US" sz="1800" b="1" dirty="0">
                <a:solidFill>
                  <a:srgbClr val="FFFFFF"/>
                </a:solidFill>
                <a:latin typeface="Segoe UI Semibold" panose="020B0702040204020203" pitchFamily="34" charset="0"/>
                <a:cs typeface="Segoe UI Semibold" panose="020B0702040204020203" pitchFamily="34" charset="0"/>
              </a:rPr>
              <a:t>Added </a:t>
            </a:r>
            <a:r>
              <a:rPr lang="en" sz="1800" b="1" dirty="0">
                <a:solidFill>
                  <a:srgbClr val="FFFFFF"/>
                </a:solidFill>
                <a:latin typeface="Segoe UI Semibold" panose="020B0702040204020203" pitchFamily="34" charset="0"/>
                <a:cs typeface="Segoe UI Semibold" panose="020B0702040204020203" pitchFamily="34" charset="0"/>
              </a:rPr>
              <a:t>every day</a:t>
            </a:r>
          </a:p>
        </p:txBody>
      </p:sp>
      <p:sp>
        <p:nvSpPr>
          <p:cNvPr id="80" name="Rectangle: Rounded Corners 36">
            <a:extLst>
              <a:ext uri="{FF2B5EF4-FFF2-40B4-BE49-F238E27FC236}">
                <a16:creationId xmlns:a16="http://schemas.microsoft.com/office/drawing/2014/main" id="{7DB23AEB-C14E-BACA-D054-C81519CDBA1E}"/>
              </a:ext>
            </a:extLst>
          </p:cNvPr>
          <p:cNvSpPr/>
          <p:nvPr/>
        </p:nvSpPr>
        <p:spPr>
          <a:xfrm>
            <a:off x="4267201" y="2985626"/>
            <a:ext cx="3657600" cy="110799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491019" rtl="0" eaLnBrk="1" fontAlgn="base" latinLnBrk="0" hangingPunct="1">
              <a:lnSpc>
                <a:spcPct val="100000"/>
              </a:lnSpc>
              <a:spcBef>
                <a:spcPct val="0"/>
              </a:spcBef>
              <a:spcAft>
                <a:spcPct val="0"/>
              </a:spcAft>
              <a:buClrTx/>
              <a:buSzTx/>
              <a:buFontTx/>
              <a:buNone/>
              <a:tabLst/>
              <a:defRPr/>
            </a:pPr>
            <a:r>
              <a:rPr kumimoji="0" lang="en" sz="3600" b="0" i="0" u="none" strike="noStrike" kern="1200" cap="none" spc="0" normalizeH="0" baseline="0" dirty="0">
                <a:ln>
                  <a:noFill/>
                </a:ln>
                <a:solidFill>
                  <a:schemeClr val="bg1"/>
                </a:solidFill>
                <a:effectLst/>
                <a:uLnTx/>
                <a:uFillTx/>
                <a:latin typeface="Segoe UI Semibold" panose="020B0702040204020203" pitchFamily="34" charset="0"/>
                <a:cs typeface="Segoe UI Semibold" panose="020B0702040204020203" pitchFamily="34" charset="0"/>
              </a:rPr>
              <a:t>&gt; 3,000 Million Flows</a:t>
            </a:r>
            <a:endParaRPr kumimoji="0" lang="es-ES" sz="3600" b="0" i="0" u="none" strike="noStrike" kern="1200" cap="none" spc="0" normalizeH="0" baseline="0" dirty="0">
              <a:ln>
                <a:noFill/>
              </a:ln>
              <a:solidFill>
                <a:schemeClr val="bg1"/>
              </a:solidFill>
              <a:effectLst/>
              <a:uLnTx/>
              <a:uFillTx/>
              <a:latin typeface="Segoe UI Semibold" panose="020B0702040204020203" pitchFamily="34" charset="0"/>
              <a:cs typeface="Segoe UI Semibold" panose="020B0702040204020203" pitchFamily="34" charset="0"/>
            </a:endParaRPr>
          </a:p>
        </p:txBody>
      </p:sp>
      <p:sp>
        <p:nvSpPr>
          <p:cNvPr id="81" name="Rectangle: Rounded Corners 36">
            <a:extLst>
              <a:ext uri="{FF2B5EF4-FFF2-40B4-BE49-F238E27FC236}">
                <a16:creationId xmlns:a16="http://schemas.microsoft.com/office/drawing/2014/main" id="{85D86898-BC9A-B3CD-60DF-BD1A96240D2C}"/>
              </a:ext>
            </a:extLst>
          </p:cNvPr>
          <p:cNvSpPr txBox="1">
            <a:spLocks/>
          </p:cNvSpPr>
          <p:nvPr/>
        </p:nvSpPr>
        <p:spPr>
          <a:xfrm>
            <a:off x="4267201" y="4328720"/>
            <a:ext cx="3657600" cy="480399"/>
          </a:xfrm>
          <a:prstGeom prst="roundRect">
            <a:avLst>
              <a:gd name="adj" fmla="val 50000"/>
            </a:avLst>
          </a:prstGeom>
          <a:gradFill flip="none" rotWithShape="1">
            <a:gsLst>
              <a:gs pos="35000">
                <a:srgbClr val="225B62"/>
              </a:gs>
              <a:gs pos="10000">
                <a:srgbClr val="49C5B1"/>
              </a:gs>
            </a:gsLst>
            <a:path path="circle">
              <a:fillToRect l="100000" t="100000"/>
            </a:path>
            <a:tileRect r="-100000" b="-100000"/>
          </a:gradFill>
          <a:ln w="9525" cap="flat" cmpd="sng" algn="ctr">
            <a:noFill/>
            <a:prstDash val="solid"/>
            <a:miter lim="800000"/>
            <a:headEnd type="none" w="med" len="med"/>
            <a:tailEnd type="none" w="med" len="med"/>
          </a:ln>
          <a:effectLst>
            <a:outerShdw blurRad="63500" dist="127000" dir="2700000" algn="tl"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sp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491019" fontAlgn="base">
              <a:lnSpc>
                <a:spcPct val="100000"/>
              </a:lnSpc>
              <a:spcAft>
                <a:spcPct val="0"/>
              </a:spcAft>
              <a:defRPr/>
            </a:pPr>
            <a:r>
              <a:rPr lang="en" sz="1800" b="1" dirty="0">
                <a:solidFill>
                  <a:srgbClr val="FFFFFF"/>
                </a:solidFill>
                <a:latin typeface="Segoe UI Semibold" panose="020B0702040204020203" pitchFamily="34" charset="0"/>
                <a:cs typeface="Segoe UI Semibold" panose="020B0702040204020203" pitchFamily="34" charset="0"/>
              </a:rPr>
              <a:t>orchestrating content </a:t>
            </a:r>
            <a:r>
              <a:rPr lang="en" sz="1800" b="1">
                <a:solidFill>
                  <a:srgbClr val="FFFFFF"/>
                </a:solidFill>
                <a:latin typeface="Segoe UI Semibold" panose="020B0702040204020203" pitchFamily="34" charset="0"/>
                <a:cs typeface="Segoe UI Semibold" panose="020B0702040204020203" pitchFamily="34" charset="0"/>
              </a:rPr>
              <a:t>every week</a:t>
            </a:r>
            <a:endParaRPr lang="en" sz="1800" b="1" dirty="0">
              <a:solidFill>
                <a:srgbClr val="FFFFFF"/>
              </a:solidFill>
              <a:latin typeface="Segoe UI Semibold" panose="020B0702040204020203" pitchFamily="34" charset="0"/>
              <a:cs typeface="Segoe UI Semibold" panose="020B0702040204020203" pitchFamily="34" charset="0"/>
            </a:endParaRPr>
          </a:p>
        </p:txBody>
      </p:sp>
      <p:sp>
        <p:nvSpPr>
          <p:cNvPr id="82" name="Rectangle: Rounded Corners 36">
            <a:extLst>
              <a:ext uri="{FF2B5EF4-FFF2-40B4-BE49-F238E27FC236}">
                <a16:creationId xmlns:a16="http://schemas.microsoft.com/office/drawing/2014/main" id="{29B69AA7-A3F2-B072-BB8C-E37FBC662431}"/>
              </a:ext>
            </a:extLst>
          </p:cNvPr>
          <p:cNvSpPr/>
          <p:nvPr/>
        </p:nvSpPr>
        <p:spPr>
          <a:xfrm>
            <a:off x="8333516" y="2985626"/>
            <a:ext cx="3657600" cy="55399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491019" rtl="0" eaLnBrk="1" fontAlgn="base" latinLnBrk="0" hangingPunct="1">
              <a:lnSpc>
                <a:spcPct val="100000"/>
              </a:lnSpc>
              <a:spcBef>
                <a:spcPct val="0"/>
              </a:spcBef>
              <a:spcAft>
                <a:spcPct val="0"/>
              </a:spcAft>
              <a:buClrTx/>
              <a:buSzTx/>
              <a:buFontTx/>
              <a:buNone/>
              <a:tabLst/>
              <a:defRPr/>
            </a:pPr>
            <a:r>
              <a:rPr kumimoji="0" lang="en" sz="3600" b="0" i="0" u="none" strike="noStrike" kern="1200" cap="none" spc="0" normalizeH="0" baseline="0" dirty="0">
                <a:ln>
                  <a:noFill/>
                </a:ln>
                <a:solidFill>
                  <a:schemeClr val="bg1"/>
                </a:solidFill>
                <a:effectLst/>
                <a:uLnTx/>
                <a:uFillTx/>
                <a:latin typeface="Segoe UI Semibold" panose="020B0702040204020203" pitchFamily="34" charset="0"/>
                <a:cs typeface="Segoe UI Semibold" panose="020B0702040204020203" pitchFamily="34" charset="0"/>
              </a:rPr>
              <a:t>&gt; 2 Million Sites</a:t>
            </a:r>
            <a:endParaRPr kumimoji="0" lang="es-ES" sz="3600" b="0" i="0" u="none" strike="noStrike" kern="1200" cap="none" spc="0" normalizeH="0" baseline="0" dirty="0">
              <a:ln>
                <a:noFill/>
              </a:ln>
              <a:solidFill>
                <a:schemeClr val="bg1"/>
              </a:solidFill>
              <a:effectLst/>
              <a:uLnTx/>
              <a:uFillTx/>
              <a:latin typeface="Segoe UI Semibold" panose="020B0702040204020203" pitchFamily="34" charset="0"/>
              <a:cs typeface="Segoe UI Semibold" panose="020B0702040204020203" pitchFamily="34" charset="0"/>
            </a:endParaRPr>
          </a:p>
        </p:txBody>
      </p:sp>
      <p:sp>
        <p:nvSpPr>
          <p:cNvPr id="83" name="Rectangle: Rounded Corners 36">
            <a:extLst>
              <a:ext uri="{FF2B5EF4-FFF2-40B4-BE49-F238E27FC236}">
                <a16:creationId xmlns:a16="http://schemas.microsoft.com/office/drawing/2014/main" id="{3646205E-EA6B-F857-40E1-60EBA7D51B55}"/>
              </a:ext>
            </a:extLst>
          </p:cNvPr>
          <p:cNvSpPr txBox="1">
            <a:spLocks/>
          </p:cNvSpPr>
          <p:nvPr/>
        </p:nvSpPr>
        <p:spPr>
          <a:xfrm>
            <a:off x="8333516" y="4328720"/>
            <a:ext cx="3657600" cy="480399"/>
          </a:xfrm>
          <a:prstGeom prst="roundRect">
            <a:avLst>
              <a:gd name="adj" fmla="val 50000"/>
            </a:avLst>
          </a:prstGeom>
          <a:gradFill flip="none" rotWithShape="1">
            <a:gsLst>
              <a:gs pos="35000">
                <a:srgbClr val="225B62"/>
              </a:gs>
              <a:gs pos="10000">
                <a:srgbClr val="49C5B1"/>
              </a:gs>
            </a:gsLst>
            <a:path path="circle">
              <a:fillToRect l="100000" t="100000"/>
            </a:path>
            <a:tileRect r="-100000" b="-100000"/>
          </a:gradFill>
          <a:ln w="9525" cap="flat" cmpd="sng" algn="ctr">
            <a:noFill/>
            <a:prstDash val="solid"/>
            <a:miter lim="800000"/>
            <a:headEnd type="none" w="med" len="med"/>
            <a:tailEnd type="none" w="med" len="med"/>
          </a:ln>
          <a:effectLst>
            <a:outerShdw blurRad="63500" dist="127000" dir="2700000" algn="tl"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sp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491019" fontAlgn="base">
              <a:lnSpc>
                <a:spcPct val="100000"/>
              </a:lnSpc>
              <a:spcAft>
                <a:spcPct val="0"/>
              </a:spcAft>
              <a:defRPr/>
            </a:pPr>
            <a:r>
              <a:rPr lang="en" sz="1800" b="1" dirty="0">
                <a:solidFill>
                  <a:srgbClr val="FFFFFF"/>
                </a:solidFill>
                <a:latin typeface="Segoe UI Semibold" panose="020B0702040204020203" pitchFamily="34" charset="0"/>
                <a:cs typeface="Segoe UI Semibold" panose="020B0702040204020203" pitchFamily="34" charset="0"/>
              </a:rPr>
              <a:t>created daily</a:t>
            </a:r>
          </a:p>
        </p:txBody>
      </p:sp>
      <p:pic>
        <p:nvPicPr>
          <p:cNvPr id="85" name="Picture 84" descr="A group of blue circles with a white letter&#10;&#10;AI-generated content may be incorrect.">
            <a:extLst>
              <a:ext uri="{FF2B5EF4-FFF2-40B4-BE49-F238E27FC236}">
                <a16:creationId xmlns:a16="http://schemas.microsoft.com/office/drawing/2014/main" id="{06846E6C-8CDF-7739-F67B-834BCD2DE2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9573" y="841967"/>
            <a:ext cx="1685799" cy="1685799"/>
          </a:xfrm>
          <a:prstGeom prst="rect">
            <a:avLst/>
          </a:prstGeom>
        </p:spPr>
      </p:pic>
    </p:spTree>
    <p:extLst>
      <p:ext uri="{BB962C8B-B14F-4D97-AF65-F5344CB8AC3E}">
        <p14:creationId xmlns:p14="http://schemas.microsoft.com/office/powerpoint/2010/main" val="1306934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500"/>
                                        <p:tgtEl>
                                          <p:spTgt spid="77"/>
                                        </p:tgtEl>
                                      </p:cBhvr>
                                    </p:animEffect>
                                  </p:childTnLst>
                                </p:cTn>
                              </p:par>
                              <p:par>
                                <p:cTn id="8" presetID="42" presetClass="path" presetSubtype="0" decel="100000" fill="hold" grpId="1" nodeType="withEffect">
                                  <p:stCondLst>
                                    <p:cond delay="0"/>
                                  </p:stCondLst>
                                  <p:childTnLst>
                                    <p:animMotion origin="layout" path="M 3.54167E-6 -3.7037E-6 L 3.54167E-6 0.03542 " pathEditMode="relative" rAng="0" ptsTypes="AA">
                                      <p:cBhvr>
                                        <p:cTn id="9" dur="700" spd="-100000" fill="hold"/>
                                        <p:tgtEl>
                                          <p:spTgt spid="77"/>
                                        </p:tgtEl>
                                        <p:attrNameLst>
                                          <p:attrName>ppt_x</p:attrName>
                                          <p:attrName>ppt_y</p:attrName>
                                        </p:attrNameLst>
                                      </p:cBhvr>
                                      <p:rCtr x="0" y="1759"/>
                                    </p:animMotion>
                                  </p:childTnLst>
                                </p:cTn>
                              </p:par>
                              <p:par>
                                <p:cTn id="10" presetID="10" presetClass="entr" presetSubtype="0" fill="hold" grpId="0" nodeType="withEffect">
                                  <p:stCondLst>
                                    <p:cond delay="100"/>
                                  </p:stCondLst>
                                  <p:childTnLst>
                                    <p:set>
                                      <p:cBhvr>
                                        <p:cTn id="11" dur="1" fill="hold">
                                          <p:stCondLst>
                                            <p:cond delay="0"/>
                                          </p:stCondLst>
                                        </p:cTn>
                                        <p:tgtEl>
                                          <p:spTgt spid="79"/>
                                        </p:tgtEl>
                                        <p:attrNameLst>
                                          <p:attrName>style.visibility</p:attrName>
                                        </p:attrNameLst>
                                      </p:cBhvr>
                                      <p:to>
                                        <p:strVal val="visible"/>
                                      </p:to>
                                    </p:set>
                                    <p:animEffect transition="in" filter="fade">
                                      <p:cBhvr>
                                        <p:cTn id="12" dur="500"/>
                                        <p:tgtEl>
                                          <p:spTgt spid="79"/>
                                        </p:tgtEl>
                                      </p:cBhvr>
                                    </p:animEffect>
                                  </p:childTnLst>
                                </p:cTn>
                              </p:par>
                              <p:par>
                                <p:cTn id="13" presetID="42" presetClass="path" presetSubtype="0" decel="100000" fill="hold" grpId="1" nodeType="withEffect">
                                  <p:stCondLst>
                                    <p:cond delay="100"/>
                                  </p:stCondLst>
                                  <p:childTnLst>
                                    <p:animMotion origin="layout" path="M -8.33333E-7 -2.96296E-6 L -8.33333E-7 0.03542 " pathEditMode="relative" rAng="0" ptsTypes="AA">
                                      <p:cBhvr>
                                        <p:cTn id="14" dur="700" spd="-100000" fill="hold"/>
                                        <p:tgtEl>
                                          <p:spTgt spid="79"/>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80"/>
                                        </p:tgtEl>
                                        <p:attrNameLst>
                                          <p:attrName>style.visibility</p:attrName>
                                        </p:attrNameLst>
                                      </p:cBhvr>
                                      <p:to>
                                        <p:strVal val="visible"/>
                                      </p:to>
                                    </p:set>
                                    <p:animEffect transition="in" filter="fade">
                                      <p:cBhvr>
                                        <p:cTn id="17" dur="500"/>
                                        <p:tgtEl>
                                          <p:spTgt spid="80"/>
                                        </p:tgtEl>
                                      </p:cBhvr>
                                    </p:animEffect>
                                  </p:childTnLst>
                                </p:cTn>
                              </p:par>
                              <p:par>
                                <p:cTn id="18" presetID="42" presetClass="path" presetSubtype="0" decel="100000" fill="hold" grpId="1" nodeType="withEffect">
                                  <p:stCondLst>
                                    <p:cond delay="0"/>
                                  </p:stCondLst>
                                  <p:childTnLst>
                                    <p:animMotion origin="layout" path="M 0 -3.7037E-6 L 0 0.03542 " pathEditMode="relative" rAng="0" ptsTypes="AA">
                                      <p:cBhvr>
                                        <p:cTn id="19" dur="700" spd="-100000" fill="hold"/>
                                        <p:tgtEl>
                                          <p:spTgt spid="80"/>
                                        </p:tgtEl>
                                        <p:attrNameLst>
                                          <p:attrName>ppt_x</p:attrName>
                                          <p:attrName>ppt_y</p:attrName>
                                        </p:attrNameLst>
                                      </p:cBhvr>
                                      <p:rCtr x="0" y="1759"/>
                                    </p:animMotion>
                                  </p:childTnLst>
                                </p:cTn>
                              </p:par>
                              <p:par>
                                <p:cTn id="20" presetID="10" presetClass="entr" presetSubtype="0" fill="hold" grpId="0" nodeType="withEffect">
                                  <p:stCondLst>
                                    <p:cond delay="100"/>
                                  </p:stCondLst>
                                  <p:childTnLst>
                                    <p:set>
                                      <p:cBhvr>
                                        <p:cTn id="21" dur="1" fill="hold">
                                          <p:stCondLst>
                                            <p:cond delay="0"/>
                                          </p:stCondLst>
                                        </p:cTn>
                                        <p:tgtEl>
                                          <p:spTgt spid="81"/>
                                        </p:tgtEl>
                                        <p:attrNameLst>
                                          <p:attrName>style.visibility</p:attrName>
                                        </p:attrNameLst>
                                      </p:cBhvr>
                                      <p:to>
                                        <p:strVal val="visible"/>
                                      </p:to>
                                    </p:set>
                                    <p:animEffect transition="in" filter="fade">
                                      <p:cBhvr>
                                        <p:cTn id="22" dur="500"/>
                                        <p:tgtEl>
                                          <p:spTgt spid="81"/>
                                        </p:tgtEl>
                                      </p:cBhvr>
                                    </p:animEffect>
                                  </p:childTnLst>
                                </p:cTn>
                              </p:par>
                              <p:par>
                                <p:cTn id="23" presetID="42" presetClass="path" presetSubtype="0" decel="100000" fill="hold" grpId="1" nodeType="withEffect">
                                  <p:stCondLst>
                                    <p:cond delay="100"/>
                                  </p:stCondLst>
                                  <p:childTnLst>
                                    <p:animMotion origin="layout" path="M -8.33333E-7 -2.96296E-6 L -8.33333E-7 0.03542 " pathEditMode="relative" rAng="0" ptsTypes="AA">
                                      <p:cBhvr>
                                        <p:cTn id="24" dur="700" spd="-100000" fill="hold"/>
                                        <p:tgtEl>
                                          <p:spTgt spid="81"/>
                                        </p:tgtEl>
                                        <p:attrNameLst>
                                          <p:attrName>ppt_x</p:attrName>
                                          <p:attrName>ppt_y</p:attrName>
                                        </p:attrNameLst>
                                      </p:cBhvr>
                                      <p:rCtr x="0" y="1759"/>
                                    </p:animMotion>
                                  </p:childTnLst>
                                </p:cTn>
                              </p:par>
                              <p:par>
                                <p:cTn id="25" presetID="10" presetClass="entr" presetSubtype="0" fill="hold" grpId="0" nodeType="withEffect">
                                  <p:stCondLst>
                                    <p:cond delay="0"/>
                                  </p:stCondLst>
                                  <p:childTnLst>
                                    <p:set>
                                      <p:cBhvr>
                                        <p:cTn id="26" dur="1" fill="hold">
                                          <p:stCondLst>
                                            <p:cond delay="0"/>
                                          </p:stCondLst>
                                        </p:cTn>
                                        <p:tgtEl>
                                          <p:spTgt spid="82"/>
                                        </p:tgtEl>
                                        <p:attrNameLst>
                                          <p:attrName>style.visibility</p:attrName>
                                        </p:attrNameLst>
                                      </p:cBhvr>
                                      <p:to>
                                        <p:strVal val="visible"/>
                                      </p:to>
                                    </p:set>
                                    <p:animEffect transition="in" filter="fade">
                                      <p:cBhvr>
                                        <p:cTn id="27" dur="500"/>
                                        <p:tgtEl>
                                          <p:spTgt spid="82"/>
                                        </p:tgtEl>
                                      </p:cBhvr>
                                    </p:animEffect>
                                  </p:childTnLst>
                                </p:cTn>
                              </p:par>
                              <p:par>
                                <p:cTn id="28" presetID="42" presetClass="path" presetSubtype="0" decel="100000" fill="hold" grpId="1" nodeType="withEffect">
                                  <p:stCondLst>
                                    <p:cond delay="0"/>
                                  </p:stCondLst>
                                  <p:childTnLst>
                                    <p:animMotion origin="layout" path="M -3.54167E-6 -4.44444E-6 L -3.54167E-6 0.03542 " pathEditMode="relative" rAng="0" ptsTypes="AA">
                                      <p:cBhvr>
                                        <p:cTn id="29" dur="700" spd="-100000" fill="hold"/>
                                        <p:tgtEl>
                                          <p:spTgt spid="82"/>
                                        </p:tgtEl>
                                        <p:attrNameLst>
                                          <p:attrName>ppt_x</p:attrName>
                                          <p:attrName>ppt_y</p:attrName>
                                        </p:attrNameLst>
                                      </p:cBhvr>
                                      <p:rCtr x="0" y="1759"/>
                                    </p:animMotion>
                                  </p:childTnLst>
                                </p:cTn>
                              </p:par>
                              <p:par>
                                <p:cTn id="30" presetID="10" presetClass="entr" presetSubtype="0" fill="hold" grpId="0" nodeType="withEffect">
                                  <p:stCondLst>
                                    <p:cond delay="100"/>
                                  </p:stCondLst>
                                  <p:childTnLst>
                                    <p:set>
                                      <p:cBhvr>
                                        <p:cTn id="31" dur="1" fill="hold">
                                          <p:stCondLst>
                                            <p:cond delay="0"/>
                                          </p:stCondLst>
                                        </p:cTn>
                                        <p:tgtEl>
                                          <p:spTgt spid="83"/>
                                        </p:tgtEl>
                                        <p:attrNameLst>
                                          <p:attrName>style.visibility</p:attrName>
                                        </p:attrNameLst>
                                      </p:cBhvr>
                                      <p:to>
                                        <p:strVal val="visible"/>
                                      </p:to>
                                    </p:set>
                                    <p:animEffect transition="in" filter="fade">
                                      <p:cBhvr>
                                        <p:cTn id="32" dur="500"/>
                                        <p:tgtEl>
                                          <p:spTgt spid="83"/>
                                        </p:tgtEl>
                                      </p:cBhvr>
                                    </p:animEffect>
                                  </p:childTnLst>
                                </p:cTn>
                              </p:par>
                              <p:par>
                                <p:cTn id="33" presetID="42" presetClass="path" presetSubtype="0" decel="100000" fill="hold" grpId="1" nodeType="withEffect">
                                  <p:stCondLst>
                                    <p:cond delay="100"/>
                                  </p:stCondLst>
                                  <p:childTnLst>
                                    <p:animMotion origin="layout" path="M -8.33333E-7 -2.96296E-6 L -8.33333E-7 0.03542 " pathEditMode="relative" rAng="0" ptsTypes="AA">
                                      <p:cBhvr>
                                        <p:cTn id="34" dur="700" spd="-100000" fill="hold"/>
                                        <p:tgtEl>
                                          <p:spTgt spid="83"/>
                                        </p:tgtEl>
                                        <p:attrNameLst>
                                          <p:attrName>ppt_x</p:attrName>
                                          <p:attrName>ppt_y</p:attrName>
                                        </p:attrNameLst>
                                      </p:cBhvr>
                                      <p:rCtr x="0" y="1759"/>
                                    </p:animMotion>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85"/>
                                        </p:tgtEl>
                                        <p:attrNameLst>
                                          <p:attrName>style.visibility</p:attrName>
                                        </p:attrNameLst>
                                      </p:cBhvr>
                                      <p:to>
                                        <p:strVal val="visible"/>
                                      </p:to>
                                    </p:set>
                                    <p:animEffect transition="in" filter="fade">
                                      <p:cBhvr>
                                        <p:cTn id="39" dur="1000"/>
                                        <p:tgtEl>
                                          <p:spTgt spid="85"/>
                                        </p:tgtEl>
                                      </p:cBhvr>
                                    </p:animEffect>
                                    <p:anim calcmode="lin" valueType="num">
                                      <p:cBhvr>
                                        <p:cTn id="40" dur="1000" fill="hold"/>
                                        <p:tgtEl>
                                          <p:spTgt spid="85"/>
                                        </p:tgtEl>
                                        <p:attrNameLst>
                                          <p:attrName>ppt_x</p:attrName>
                                        </p:attrNameLst>
                                      </p:cBhvr>
                                      <p:tavLst>
                                        <p:tav tm="0">
                                          <p:val>
                                            <p:strVal val="#ppt_x"/>
                                          </p:val>
                                        </p:tav>
                                        <p:tav tm="100000">
                                          <p:val>
                                            <p:strVal val="#ppt_x"/>
                                          </p:val>
                                        </p:tav>
                                      </p:tavLst>
                                    </p:anim>
                                    <p:anim calcmode="lin" valueType="num">
                                      <p:cBhvr>
                                        <p:cTn id="41" dur="1000" fill="hold"/>
                                        <p:tgtEl>
                                          <p:spTgt spid="8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7" grpId="1"/>
      <p:bldP spid="79" grpId="0" animBg="1"/>
      <p:bldP spid="79" grpId="1" animBg="1"/>
      <p:bldP spid="80" grpId="0"/>
      <p:bldP spid="80" grpId="1"/>
      <p:bldP spid="81" grpId="0" animBg="1"/>
      <p:bldP spid="81" grpId="1" animBg="1"/>
      <p:bldP spid="82" grpId="0"/>
      <p:bldP spid="82" grpId="1"/>
      <p:bldP spid="83" grpId="0" animBg="1"/>
      <p:bldP spid="83"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7C665F5-3BC2-3337-BBA6-852E9E48E54F}"/>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CE7A09FD-80B1-DF6E-298B-2E2139D72E24}"/>
              </a:ext>
            </a:extLst>
          </p:cNvPr>
          <p:cNvSpPr txBox="1"/>
          <p:nvPr/>
        </p:nvSpPr>
        <p:spPr>
          <a:xfrm>
            <a:off x="448093" y="2539363"/>
            <a:ext cx="11079877" cy="2081215"/>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Copilot in SharePoint (aka AI Actions) + Copilot in OneDrive: Use Cases</a:t>
            </a: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extLst>
      <p:ext uri="{BB962C8B-B14F-4D97-AF65-F5344CB8AC3E}">
        <p14:creationId xmlns:p14="http://schemas.microsoft.com/office/powerpoint/2010/main" val="354286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B3B60EA-1E7D-896F-9D18-DC67FAF81F96}"/>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D59FA429-3A2C-FFEC-6441-955F059605F6}"/>
              </a:ext>
            </a:extLst>
          </p:cNvPr>
          <p:cNvSpPr txBox="1"/>
          <p:nvPr/>
        </p:nvSpPr>
        <p:spPr>
          <a:xfrm>
            <a:off x="413457" y="281072"/>
            <a:ext cx="11521440" cy="965837"/>
          </a:xfrm>
          <a:prstGeom prst="rect">
            <a:avLst/>
          </a:prstGeom>
        </p:spPr>
        <p:txBody>
          <a:bodyPr wrap="none" rtlCol="0" anchor="ctr">
            <a:normAutofit fontScale="85000" lnSpcReduction="20000"/>
          </a:bodyPr>
          <a:lstStyle/>
          <a:p>
            <a:pPr lvl="0" algn="ctr" defTabSz="914389">
              <a:defRPr/>
            </a:pPr>
            <a:r>
              <a:rPr lang="en-US" sz="4000" dirty="0">
                <a:solidFill>
                  <a:srgbClr val="E7E6E6"/>
                </a:solidFill>
                <a:latin typeface="Segoe UI Semibold" panose="020B0702040204020203" pitchFamily="34" charset="0"/>
                <a:cs typeface="Segoe UI Semibold" panose="020B0702040204020203" pitchFamily="34" charset="0"/>
              </a:rPr>
              <a:t>Copilot in SharePoint + Copilot in OneDrive: </a:t>
            </a:r>
          </a:p>
          <a:p>
            <a:pPr lvl="0" algn="ctr" defTabSz="914389">
              <a:defRPr/>
            </a:pPr>
            <a:r>
              <a:rPr lang="en-US" sz="4000" dirty="0">
                <a:solidFill>
                  <a:srgbClr val="E7E6E6"/>
                </a:solidFill>
                <a:latin typeface="Segoe UI Semibold" panose="020B0702040204020203" pitchFamily="34" charset="0"/>
                <a:cs typeface="Segoe UI Semibold" panose="020B0702040204020203" pitchFamily="34" charset="0"/>
              </a:rPr>
              <a:t>Use Cases</a:t>
            </a:r>
            <a:endParaRPr lang="en-US" sz="1600" dirty="0">
              <a:solidFill>
                <a:srgbClr val="E7E6E6"/>
              </a:solidFill>
              <a:latin typeface="Segoe UI Semibold" panose="020B0702040204020203" pitchFamily="34" charset="0"/>
              <a:cs typeface="Segoe UI Semibold" panose="020B0702040204020203" pitchFamily="34" charset="0"/>
            </a:endParaRPr>
          </a:p>
        </p:txBody>
      </p:sp>
      <p:sp>
        <p:nvSpPr>
          <p:cNvPr id="5" name="Slide Number Placeholder 4">
            <a:extLst>
              <a:ext uri="{FF2B5EF4-FFF2-40B4-BE49-F238E27FC236}">
                <a16:creationId xmlns:a16="http://schemas.microsoft.com/office/drawing/2014/main" id="{2FC648A8-C3B7-47CF-FEA8-EF830B08E76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889C5C-8171-4CA3-86B1-670B90C02708}"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Diagram 3">
            <a:extLst>
              <a:ext uri="{FF2B5EF4-FFF2-40B4-BE49-F238E27FC236}">
                <a16:creationId xmlns:a16="http://schemas.microsoft.com/office/drawing/2014/main" id="{641F5D06-165B-CBD2-24D6-5E16F6950DFF}"/>
              </a:ext>
            </a:extLst>
          </p:cNvPr>
          <p:cNvGraphicFramePr/>
          <p:nvPr>
            <p:extLst>
              <p:ext uri="{D42A27DB-BD31-4B8C-83A1-F6EECF244321}">
                <p14:modId xmlns:p14="http://schemas.microsoft.com/office/powerpoint/2010/main" val="1161357142"/>
              </p:ext>
            </p:extLst>
          </p:nvPr>
        </p:nvGraphicFramePr>
        <p:xfrm>
          <a:off x="-75144" y="1589313"/>
          <a:ext cx="12267144" cy="48950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68622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F53FBAC-303D-53E0-2050-3CE5A0A8AFD6}"/>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4D172ED3-B239-02B2-A733-3ED9564E010A}"/>
              </a:ext>
            </a:extLst>
          </p:cNvPr>
          <p:cNvSpPr txBox="1"/>
          <p:nvPr/>
        </p:nvSpPr>
        <p:spPr>
          <a:xfrm>
            <a:off x="413457" y="281072"/>
            <a:ext cx="11521440" cy="965837"/>
          </a:xfrm>
          <a:prstGeom prst="rect">
            <a:avLst/>
          </a:prstGeom>
        </p:spPr>
        <p:txBody>
          <a:bodyPr wrap="none" rtlCol="0" anchor="ctr">
            <a:normAutofit fontScale="85000" lnSpcReduction="20000"/>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rPr>
              <a:t>Copilot in SharePoint + Copilot in OneDrive: </a:t>
            </a:r>
          </a:p>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rPr>
              <a:t>Use Cases</a:t>
            </a:r>
            <a:endParaRPr kumimoji="0" lang="en-US" sz="16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endParaRPr>
          </a:p>
        </p:txBody>
      </p:sp>
      <p:sp>
        <p:nvSpPr>
          <p:cNvPr id="5" name="Slide Number Placeholder 4">
            <a:extLst>
              <a:ext uri="{FF2B5EF4-FFF2-40B4-BE49-F238E27FC236}">
                <a16:creationId xmlns:a16="http://schemas.microsoft.com/office/drawing/2014/main" id="{38C52C16-C41C-A726-0FC3-2DC105B6F38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889C5C-8171-4CA3-86B1-670B90C02708}"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3" name="Table 2">
            <a:extLst>
              <a:ext uri="{FF2B5EF4-FFF2-40B4-BE49-F238E27FC236}">
                <a16:creationId xmlns:a16="http://schemas.microsoft.com/office/drawing/2014/main" id="{D972F71B-4805-A238-00BE-19A20C78B393}"/>
              </a:ext>
            </a:extLst>
          </p:cNvPr>
          <p:cNvGraphicFramePr>
            <a:graphicFrameLocks noGrp="1"/>
          </p:cNvGraphicFramePr>
          <p:nvPr>
            <p:extLst>
              <p:ext uri="{D42A27DB-BD31-4B8C-83A1-F6EECF244321}">
                <p14:modId xmlns:p14="http://schemas.microsoft.com/office/powerpoint/2010/main" val="1784958026"/>
              </p:ext>
            </p:extLst>
          </p:nvPr>
        </p:nvGraphicFramePr>
        <p:xfrm>
          <a:off x="1112520" y="1358600"/>
          <a:ext cx="9966960" cy="5244980"/>
        </p:xfrm>
        <a:graphic>
          <a:graphicData uri="http://schemas.openxmlformats.org/drawingml/2006/table">
            <a:tbl>
              <a:tblPr firstRow="1" bandRow="1">
                <a:tableStyleId>{5C22544A-7EE6-4342-B048-85BDC9FD1C3A}</a:tableStyleId>
              </a:tblPr>
              <a:tblGrid>
                <a:gridCol w="5577840">
                  <a:extLst>
                    <a:ext uri="{9D8B030D-6E8A-4147-A177-3AD203B41FA5}">
                      <a16:colId xmlns:a16="http://schemas.microsoft.com/office/drawing/2014/main" val="2238405580"/>
                    </a:ext>
                  </a:extLst>
                </a:gridCol>
                <a:gridCol w="2194560">
                  <a:extLst>
                    <a:ext uri="{9D8B030D-6E8A-4147-A177-3AD203B41FA5}">
                      <a16:colId xmlns:a16="http://schemas.microsoft.com/office/drawing/2014/main" val="2990895151"/>
                    </a:ext>
                  </a:extLst>
                </a:gridCol>
                <a:gridCol w="2194560">
                  <a:extLst>
                    <a:ext uri="{9D8B030D-6E8A-4147-A177-3AD203B41FA5}">
                      <a16:colId xmlns:a16="http://schemas.microsoft.com/office/drawing/2014/main" val="1151066796"/>
                    </a:ext>
                  </a:extLst>
                </a:gridCol>
              </a:tblGrid>
              <a:tr h="370840">
                <a:tc>
                  <a:txBody>
                    <a:bodyPr/>
                    <a:lstStyle/>
                    <a:p>
                      <a:r>
                        <a:rPr lang="en-US" noProof="0" dirty="0">
                          <a:latin typeface="Segoe UI" panose="020B0502040204020203" pitchFamily="34" charset="0"/>
                          <a:cs typeface="Segoe UI" panose="020B0502040204020203" pitchFamily="34" charset="0"/>
                        </a:rPr>
                        <a:t>Use Case / Use</a:t>
                      </a:r>
                    </a:p>
                  </a:txBody>
                  <a:tcPr/>
                </a:tc>
                <a:tc>
                  <a:txBody>
                    <a:bodyPr/>
                    <a:lstStyle/>
                    <a:p>
                      <a:pPr algn="ctr"/>
                      <a:r>
                        <a:rPr lang="en-US" noProof="0" dirty="0">
                          <a:latin typeface="Segoe UI" panose="020B0502040204020203" pitchFamily="34" charset="0"/>
                          <a:cs typeface="Segoe UI" panose="020B0502040204020203" pitchFamily="34" charset="0"/>
                        </a:rPr>
                        <a:t>Copilot in SharePoint</a:t>
                      </a:r>
                    </a:p>
                  </a:txBody>
                  <a:tcPr/>
                </a:tc>
                <a:tc>
                  <a:txBody>
                    <a:bodyPr/>
                    <a:lstStyle/>
                    <a:p>
                      <a:pPr algn="ctr"/>
                      <a:r>
                        <a:rPr lang="en-US" noProof="0" dirty="0">
                          <a:latin typeface="Segoe UI" panose="020B0502040204020203" pitchFamily="34" charset="0"/>
                          <a:cs typeface="Segoe UI" panose="020B0502040204020203" pitchFamily="34" charset="0"/>
                        </a:rPr>
                        <a:t>Copilot in OneDrive</a:t>
                      </a:r>
                    </a:p>
                  </a:txBody>
                  <a:tcPr/>
                </a:tc>
                <a:extLst>
                  <a:ext uri="{0D108BD9-81ED-4DB2-BD59-A6C34878D82A}">
                    <a16:rowId xmlns:a16="http://schemas.microsoft.com/office/drawing/2014/main" val="3398248032"/>
                  </a:ext>
                </a:extLst>
              </a:tr>
              <a:tr h="370840">
                <a:tc>
                  <a:txBody>
                    <a:bodyPr/>
                    <a:lstStyle/>
                    <a:p>
                      <a:r>
                        <a:rPr lang="en-US" noProof="0" dirty="0">
                          <a:latin typeface="Segoe UI" panose="020B0502040204020203" pitchFamily="34" charset="0"/>
                          <a:cs typeface="Segoe UI" panose="020B0502040204020203" pitchFamily="34" charset="0"/>
                        </a:rPr>
                        <a:t>Create custom Agents</a:t>
                      </a:r>
                    </a:p>
                  </a:txBody>
                  <a:tcPr/>
                </a:tc>
                <a:tc>
                  <a:txBody>
                    <a:bodyPr/>
                    <a:lstStyle/>
                    <a:p>
                      <a:endParaRPr lang="en-US">
                        <a:latin typeface="Segoe UI" panose="020B0502040204020203" pitchFamily="34" charset="0"/>
                        <a:cs typeface="Segoe UI" panose="020B0502040204020203" pitchFamily="34" charset="0"/>
                      </a:endParaRPr>
                    </a:p>
                  </a:txBody>
                  <a:tcPr/>
                </a:tc>
                <a:tc>
                  <a:txBody>
                    <a:bodyPr/>
                    <a:lstStyle/>
                    <a:p>
                      <a:endParaRPr lang="en-US"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1211403273"/>
                  </a:ext>
                </a:extLst>
              </a:tr>
              <a:tr h="370840">
                <a:tc>
                  <a:txBody>
                    <a:bodyPr/>
                    <a:lstStyle/>
                    <a:p>
                      <a:r>
                        <a:rPr lang="en-US" noProof="0" dirty="0">
                          <a:latin typeface="Segoe UI" panose="020B0502040204020203" pitchFamily="34" charset="0"/>
                          <a:cs typeface="Segoe UI" panose="020B0502040204020203" pitchFamily="34" charset="0"/>
                        </a:rPr>
                        <a:t>Summarize one or several documents (Office, PDF)</a:t>
                      </a:r>
                    </a:p>
                  </a:txBody>
                  <a:tcPr/>
                </a:tc>
                <a:tc>
                  <a:txBody>
                    <a:bodyPr/>
                    <a:lstStyle/>
                    <a:p>
                      <a:endParaRPr lang="en-US">
                        <a:latin typeface="Segoe UI" panose="020B0502040204020203" pitchFamily="34" charset="0"/>
                        <a:cs typeface="Segoe UI" panose="020B0502040204020203" pitchFamily="34" charset="0"/>
                      </a:endParaRPr>
                    </a:p>
                  </a:txBody>
                  <a:tcPr/>
                </a:tc>
                <a:tc>
                  <a:txBody>
                    <a:bodyPr/>
                    <a:lstStyle/>
                    <a:p>
                      <a:endParaRPr lang="en-US">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3125085262"/>
                  </a:ext>
                </a:extLst>
              </a:tr>
              <a:tr h="370840">
                <a:tc>
                  <a:txBody>
                    <a:bodyPr/>
                    <a:lstStyle/>
                    <a:p>
                      <a:r>
                        <a:rPr lang="en-US" noProof="0" dirty="0">
                          <a:latin typeface="Segoe UI" panose="020B0502040204020203" pitchFamily="34" charset="0"/>
                          <a:cs typeface="Segoe UI" panose="020B0502040204020203" pitchFamily="34" charset="0"/>
                        </a:rPr>
                        <a:t>Summarize SharePoint pages</a:t>
                      </a:r>
                    </a:p>
                  </a:txBody>
                  <a:tcPr/>
                </a:tc>
                <a:tc>
                  <a:txBody>
                    <a:bodyPr/>
                    <a:lstStyle/>
                    <a:p>
                      <a:endParaRPr lang="en-US">
                        <a:latin typeface="Segoe UI" panose="020B0502040204020203" pitchFamily="34" charset="0"/>
                        <a:cs typeface="Segoe UI" panose="020B0502040204020203" pitchFamily="34" charset="0"/>
                      </a:endParaRPr>
                    </a:p>
                  </a:txBody>
                  <a:tcPr/>
                </a:tc>
                <a:tc>
                  <a:txBody>
                    <a:bodyPr/>
                    <a:lstStyle/>
                    <a:p>
                      <a:endParaRPr lang="en-US"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888278710"/>
                  </a:ext>
                </a:extLst>
              </a:tr>
              <a:tr h="373260">
                <a:tc>
                  <a:txBody>
                    <a:bodyPr/>
                    <a:lstStyle/>
                    <a:p>
                      <a:r>
                        <a:rPr lang="en-US" noProof="0" dirty="0">
                          <a:latin typeface="Segoe UI" panose="020B0502040204020203" pitchFamily="34" charset="0"/>
                          <a:cs typeface="Segoe UI" panose="020B0502040204020203" pitchFamily="34" charset="0"/>
                        </a:rPr>
                        <a:t>Create Audio Overviews (Word, PDF, PowerPoint)</a:t>
                      </a:r>
                    </a:p>
                  </a:txBody>
                  <a:tcPr/>
                </a:tc>
                <a:tc>
                  <a:txBody>
                    <a:bodyPr/>
                    <a:lstStyle/>
                    <a:p>
                      <a:endParaRPr lang="en-US">
                        <a:latin typeface="Segoe UI" panose="020B0502040204020203" pitchFamily="34" charset="0"/>
                        <a:cs typeface="Segoe UI" panose="020B0502040204020203" pitchFamily="34" charset="0"/>
                      </a:endParaRPr>
                    </a:p>
                  </a:txBody>
                  <a:tcPr/>
                </a:tc>
                <a:tc>
                  <a:txBody>
                    <a:bodyPr/>
                    <a:lstStyle/>
                    <a:p>
                      <a:endParaRPr lang="en-US"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3643295166"/>
                  </a:ext>
                </a:extLst>
              </a:tr>
              <a:tr h="352214">
                <a:tc>
                  <a:txBody>
                    <a:bodyPr/>
                    <a:lstStyle/>
                    <a:p>
                      <a:r>
                        <a:rPr lang="en-US" noProof="0" dirty="0">
                          <a:latin typeface="Segoe UI" panose="020B0502040204020203" pitchFamily="34" charset="0"/>
                          <a:cs typeface="Segoe UI" panose="020B0502040204020203" pitchFamily="34" charset="0"/>
                        </a:rPr>
                        <a:t>Ask questions about one or several documents</a:t>
                      </a:r>
                    </a:p>
                  </a:txBody>
                  <a:tcPr/>
                </a:tc>
                <a:tc>
                  <a:txBody>
                    <a:bodyPr/>
                    <a:lstStyle/>
                    <a:p>
                      <a:endParaRPr lang="en-US">
                        <a:latin typeface="Segoe UI" panose="020B0502040204020203" pitchFamily="34" charset="0"/>
                        <a:cs typeface="Segoe UI" panose="020B0502040204020203" pitchFamily="34" charset="0"/>
                      </a:endParaRPr>
                    </a:p>
                  </a:txBody>
                  <a:tcPr/>
                </a:tc>
                <a:tc>
                  <a:txBody>
                    <a:bodyPr/>
                    <a:lstStyle/>
                    <a:p>
                      <a:endParaRPr lang="en-US"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875442160"/>
                  </a:ext>
                </a:extLst>
              </a:tr>
              <a:tr h="352214">
                <a:tc>
                  <a:txBody>
                    <a:bodyPr/>
                    <a:lstStyle/>
                    <a:p>
                      <a:r>
                        <a:rPr lang="en-US" noProof="0" dirty="0">
                          <a:latin typeface="Segoe UI" panose="020B0502040204020203" pitchFamily="34" charset="0"/>
                          <a:cs typeface="Segoe UI" panose="020B0502040204020203" pitchFamily="34" charset="0"/>
                        </a:rPr>
                        <a:t>Ask questions about images</a:t>
                      </a:r>
                    </a:p>
                  </a:txBody>
                  <a:tcPr/>
                </a:tc>
                <a:tc>
                  <a:txBody>
                    <a:bodyPr/>
                    <a:lstStyle/>
                    <a:p>
                      <a:endParaRPr lang="en-US">
                        <a:latin typeface="Segoe UI" panose="020B0502040204020203" pitchFamily="34" charset="0"/>
                        <a:cs typeface="Segoe UI" panose="020B0502040204020203" pitchFamily="34" charset="0"/>
                      </a:endParaRPr>
                    </a:p>
                  </a:txBody>
                  <a:tcPr/>
                </a:tc>
                <a:tc>
                  <a:txBody>
                    <a:bodyPr/>
                    <a:lstStyle/>
                    <a:p>
                      <a:endParaRPr lang="en-US"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2865193585"/>
                  </a:ext>
                </a:extLst>
              </a:tr>
              <a:tr h="352214">
                <a:tc>
                  <a:txBody>
                    <a:bodyPr/>
                    <a:lstStyle/>
                    <a:p>
                      <a:r>
                        <a:rPr lang="en-US" noProof="0" dirty="0">
                          <a:latin typeface="Segoe UI" panose="020B0502040204020203" pitchFamily="34" charset="0"/>
                          <a:cs typeface="Segoe UI" panose="020B0502040204020203" pitchFamily="34" charset="0"/>
                        </a:rPr>
                        <a:t>Compare documents</a:t>
                      </a:r>
                    </a:p>
                  </a:txBody>
                  <a:tcPr/>
                </a:tc>
                <a:tc>
                  <a:txBody>
                    <a:bodyPr/>
                    <a:lstStyle/>
                    <a:p>
                      <a:endParaRPr lang="en-US">
                        <a:latin typeface="Segoe UI" panose="020B0502040204020203" pitchFamily="34" charset="0"/>
                        <a:cs typeface="Segoe UI" panose="020B0502040204020203" pitchFamily="34" charset="0"/>
                      </a:endParaRPr>
                    </a:p>
                  </a:txBody>
                  <a:tcPr/>
                </a:tc>
                <a:tc>
                  <a:txBody>
                    <a:bodyPr/>
                    <a:lstStyle/>
                    <a:p>
                      <a:endParaRPr lang="en-US"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1773791619"/>
                  </a:ext>
                </a:extLst>
              </a:tr>
              <a:tr h="370840">
                <a:tc>
                  <a:txBody>
                    <a:bodyPr/>
                    <a:lstStyle/>
                    <a:p>
                      <a:r>
                        <a:rPr lang="en-US" dirty="0">
                          <a:latin typeface="Segoe UI" panose="020B0502040204020203" pitchFamily="34" charset="0"/>
                          <a:cs typeface="Segoe UI" panose="020B0502040204020203" pitchFamily="34" charset="0"/>
                        </a:rPr>
                        <a:t>Generate content from the selected file (FAQ, Executive Summary, etc.)</a:t>
                      </a:r>
                    </a:p>
                  </a:txBody>
                  <a:tcPr/>
                </a:tc>
                <a:tc>
                  <a:txBody>
                    <a:bodyPr/>
                    <a:lstStyle/>
                    <a:p>
                      <a:endParaRPr lang="en-US" dirty="0">
                        <a:latin typeface="Segoe UI" panose="020B0502040204020203" pitchFamily="34" charset="0"/>
                        <a:cs typeface="Segoe UI" panose="020B0502040204020203" pitchFamily="34" charset="0"/>
                      </a:endParaRPr>
                    </a:p>
                  </a:txBody>
                  <a:tcPr/>
                </a:tc>
                <a:tc>
                  <a:txBody>
                    <a:bodyPr/>
                    <a:lstStyle/>
                    <a:p>
                      <a:endParaRPr lang="en-US">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2682512437"/>
                  </a:ext>
                </a:extLst>
              </a:tr>
              <a:tr h="370840">
                <a:tc>
                  <a:txBody>
                    <a:bodyPr/>
                    <a:lstStyle/>
                    <a:p>
                      <a:r>
                        <a:rPr lang="en-US" dirty="0">
                          <a:latin typeface="Segoe UI" panose="020B0502040204020203" pitchFamily="34" charset="0"/>
                          <a:cs typeface="Segoe UI" panose="020B0502040204020203" pitchFamily="34" charset="0"/>
                        </a:rPr>
                        <a:t>Provide answers on specific topics</a:t>
                      </a:r>
                      <a:endParaRPr lang="en-US" noProof="0" dirty="0">
                        <a:latin typeface="Segoe UI" panose="020B0502040204020203" pitchFamily="34" charset="0"/>
                        <a:cs typeface="Segoe UI" panose="020B0502040204020203" pitchFamily="34" charset="0"/>
                      </a:endParaRPr>
                    </a:p>
                  </a:txBody>
                  <a:tcPr/>
                </a:tc>
                <a:tc>
                  <a:txBody>
                    <a:bodyPr/>
                    <a:lstStyle/>
                    <a:p>
                      <a:endParaRPr lang="en-US">
                        <a:latin typeface="Segoe UI" panose="020B0502040204020203" pitchFamily="34" charset="0"/>
                        <a:cs typeface="Segoe UI" panose="020B0502040204020203" pitchFamily="34" charset="0"/>
                      </a:endParaRPr>
                    </a:p>
                  </a:txBody>
                  <a:tcPr/>
                </a:tc>
                <a:tc>
                  <a:txBody>
                    <a:bodyPr/>
                    <a:lstStyle/>
                    <a:p>
                      <a:endParaRPr lang="en-US"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60355487"/>
                  </a:ext>
                </a:extLst>
              </a:tr>
              <a:tr h="370840">
                <a:tc>
                  <a:txBody>
                    <a:bodyPr/>
                    <a:lstStyle/>
                    <a:p>
                      <a:r>
                        <a:rPr lang="en-US" dirty="0">
                          <a:latin typeface="Segoe UI" panose="020B0502040204020203" pitchFamily="34" charset="0"/>
                          <a:cs typeface="Segoe UI" panose="020B0502040204020203" pitchFamily="34" charset="0"/>
                        </a:rPr>
                        <a:t>Generate a summary when sharing a file</a:t>
                      </a:r>
                    </a:p>
                  </a:txBody>
                  <a:tcPr/>
                </a:tc>
                <a:tc>
                  <a:txBody>
                    <a:bodyPr/>
                    <a:lstStyle/>
                    <a:p>
                      <a:endParaRPr lang="en-US">
                        <a:latin typeface="Segoe UI" panose="020B0502040204020203" pitchFamily="34" charset="0"/>
                        <a:cs typeface="Segoe UI" panose="020B0502040204020203" pitchFamily="34" charset="0"/>
                      </a:endParaRPr>
                    </a:p>
                  </a:txBody>
                  <a:tcPr/>
                </a:tc>
                <a:tc>
                  <a:txBody>
                    <a:bodyPr/>
                    <a:lstStyle/>
                    <a:p>
                      <a:endParaRPr lang="en-US"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2862053576"/>
                  </a:ext>
                </a:extLst>
              </a:tr>
              <a:tr h="370840">
                <a:tc>
                  <a:txBody>
                    <a:bodyPr/>
                    <a:lstStyle/>
                    <a:p>
                      <a:r>
                        <a:rPr lang="en-US" noProof="0" dirty="0">
                          <a:latin typeface="Segoe UI" panose="020B0502040204020203" pitchFamily="34" charset="0"/>
                          <a:cs typeface="Segoe UI" panose="020B0502040204020203" pitchFamily="34" charset="0"/>
                        </a:rPr>
                        <a:t>Copilot button in the Microsoft 365 universal file viewer</a:t>
                      </a:r>
                    </a:p>
                  </a:txBody>
                  <a:tcPr/>
                </a:tc>
                <a:tc>
                  <a:txBody>
                    <a:bodyPr/>
                    <a:lstStyle/>
                    <a:p>
                      <a:endParaRPr lang="en-US" dirty="0">
                        <a:latin typeface="Segoe UI" panose="020B0502040204020203" pitchFamily="34" charset="0"/>
                        <a:cs typeface="Segoe UI" panose="020B0502040204020203" pitchFamily="34" charset="0"/>
                      </a:endParaRPr>
                    </a:p>
                  </a:txBody>
                  <a:tcPr/>
                </a:tc>
                <a:tc>
                  <a:txBody>
                    <a:bodyPr/>
                    <a:lstStyle/>
                    <a:p>
                      <a:endParaRPr lang="en-US" dirty="0">
                        <a:latin typeface="Segoe UI" panose="020B0502040204020203" pitchFamily="34" charset="0"/>
                        <a:cs typeface="Segoe UI" panose="020B0502040204020203" pitchFamily="34" charset="0"/>
                      </a:endParaRPr>
                    </a:p>
                  </a:txBody>
                  <a:tcPr/>
                </a:tc>
                <a:extLst>
                  <a:ext uri="{0D108BD9-81ED-4DB2-BD59-A6C34878D82A}">
                    <a16:rowId xmlns:a16="http://schemas.microsoft.com/office/drawing/2014/main" val="3958232950"/>
                  </a:ext>
                </a:extLst>
              </a:tr>
            </a:tbl>
          </a:graphicData>
        </a:graphic>
      </p:graphicFrame>
      <p:pic>
        <p:nvPicPr>
          <p:cNvPr id="4" name="Picture 3">
            <a:extLst>
              <a:ext uri="{FF2B5EF4-FFF2-40B4-BE49-F238E27FC236}">
                <a16:creationId xmlns:a16="http://schemas.microsoft.com/office/drawing/2014/main" id="{21BB4A54-F353-DC4C-FCFA-2BEB43195C58}"/>
              </a:ext>
            </a:extLst>
          </p:cNvPr>
          <p:cNvPicPr>
            <a:picLocks noChangeAspect="1"/>
          </p:cNvPicPr>
          <p:nvPr/>
        </p:nvPicPr>
        <p:blipFill>
          <a:blip r:embed="rId3"/>
          <a:stretch>
            <a:fillRect/>
          </a:stretch>
        </p:blipFill>
        <p:spPr>
          <a:xfrm>
            <a:off x="7654105" y="2031733"/>
            <a:ext cx="274320" cy="274320"/>
          </a:xfrm>
          <a:prstGeom prst="rect">
            <a:avLst/>
          </a:prstGeom>
        </p:spPr>
      </p:pic>
      <p:pic>
        <p:nvPicPr>
          <p:cNvPr id="6" name="Picture 5">
            <a:extLst>
              <a:ext uri="{FF2B5EF4-FFF2-40B4-BE49-F238E27FC236}">
                <a16:creationId xmlns:a16="http://schemas.microsoft.com/office/drawing/2014/main" id="{69DCED6B-855F-5DDB-B9D7-28146F8156F1}"/>
              </a:ext>
            </a:extLst>
          </p:cNvPr>
          <p:cNvPicPr>
            <a:picLocks noChangeAspect="1"/>
          </p:cNvPicPr>
          <p:nvPr/>
        </p:nvPicPr>
        <p:blipFill>
          <a:blip r:embed="rId3"/>
          <a:stretch>
            <a:fillRect/>
          </a:stretch>
        </p:blipFill>
        <p:spPr>
          <a:xfrm>
            <a:off x="9874791" y="2031733"/>
            <a:ext cx="274320" cy="274320"/>
          </a:xfrm>
          <a:prstGeom prst="rect">
            <a:avLst/>
          </a:prstGeom>
        </p:spPr>
      </p:pic>
      <p:pic>
        <p:nvPicPr>
          <p:cNvPr id="7" name="Picture 6">
            <a:extLst>
              <a:ext uri="{FF2B5EF4-FFF2-40B4-BE49-F238E27FC236}">
                <a16:creationId xmlns:a16="http://schemas.microsoft.com/office/drawing/2014/main" id="{CF84C29A-AE55-DECF-C5CD-56E2CD036349}"/>
              </a:ext>
            </a:extLst>
          </p:cNvPr>
          <p:cNvPicPr>
            <a:picLocks noChangeAspect="1"/>
          </p:cNvPicPr>
          <p:nvPr/>
        </p:nvPicPr>
        <p:blipFill>
          <a:blip r:embed="rId3"/>
          <a:stretch>
            <a:fillRect/>
          </a:stretch>
        </p:blipFill>
        <p:spPr>
          <a:xfrm>
            <a:off x="7654105" y="2434400"/>
            <a:ext cx="274320" cy="274320"/>
          </a:xfrm>
          <a:prstGeom prst="rect">
            <a:avLst/>
          </a:prstGeom>
        </p:spPr>
      </p:pic>
      <p:pic>
        <p:nvPicPr>
          <p:cNvPr id="10" name="Picture 9">
            <a:extLst>
              <a:ext uri="{FF2B5EF4-FFF2-40B4-BE49-F238E27FC236}">
                <a16:creationId xmlns:a16="http://schemas.microsoft.com/office/drawing/2014/main" id="{4E72D5C5-C187-1E17-27A5-EE12C78C6B79}"/>
              </a:ext>
            </a:extLst>
          </p:cNvPr>
          <p:cNvPicPr>
            <a:picLocks noChangeAspect="1"/>
          </p:cNvPicPr>
          <p:nvPr/>
        </p:nvPicPr>
        <p:blipFill>
          <a:blip r:embed="rId4"/>
          <a:stretch>
            <a:fillRect/>
          </a:stretch>
        </p:blipFill>
        <p:spPr>
          <a:xfrm>
            <a:off x="9874791" y="2793460"/>
            <a:ext cx="274320" cy="274320"/>
          </a:xfrm>
          <a:prstGeom prst="rect">
            <a:avLst/>
          </a:prstGeom>
        </p:spPr>
      </p:pic>
      <p:pic>
        <p:nvPicPr>
          <p:cNvPr id="11" name="Picture 10">
            <a:extLst>
              <a:ext uri="{FF2B5EF4-FFF2-40B4-BE49-F238E27FC236}">
                <a16:creationId xmlns:a16="http://schemas.microsoft.com/office/drawing/2014/main" id="{3F2C1115-C748-90D8-9210-45C239C55123}"/>
              </a:ext>
            </a:extLst>
          </p:cNvPr>
          <p:cNvPicPr>
            <a:picLocks noChangeAspect="1"/>
          </p:cNvPicPr>
          <p:nvPr/>
        </p:nvPicPr>
        <p:blipFill>
          <a:blip r:embed="rId3"/>
          <a:stretch>
            <a:fillRect/>
          </a:stretch>
        </p:blipFill>
        <p:spPr>
          <a:xfrm>
            <a:off x="7654105" y="3184030"/>
            <a:ext cx="274320" cy="274320"/>
          </a:xfrm>
          <a:prstGeom prst="rect">
            <a:avLst/>
          </a:prstGeom>
        </p:spPr>
      </p:pic>
      <p:pic>
        <p:nvPicPr>
          <p:cNvPr id="12" name="Picture 11">
            <a:extLst>
              <a:ext uri="{FF2B5EF4-FFF2-40B4-BE49-F238E27FC236}">
                <a16:creationId xmlns:a16="http://schemas.microsoft.com/office/drawing/2014/main" id="{B74934B8-82CB-3D2D-F86A-B0ED43B289BA}"/>
              </a:ext>
            </a:extLst>
          </p:cNvPr>
          <p:cNvPicPr>
            <a:picLocks noChangeAspect="1"/>
          </p:cNvPicPr>
          <p:nvPr/>
        </p:nvPicPr>
        <p:blipFill>
          <a:blip r:embed="rId3"/>
          <a:stretch>
            <a:fillRect/>
          </a:stretch>
        </p:blipFill>
        <p:spPr>
          <a:xfrm>
            <a:off x="9874791" y="3168323"/>
            <a:ext cx="274320" cy="274320"/>
          </a:xfrm>
          <a:prstGeom prst="rect">
            <a:avLst/>
          </a:prstGeom>
        </p:spPr>
      </p:pic>
      <p:pic>
        <p:nvPicPr>
          <p:cNvPr id="15" name="Picture 14">
            <a:extLst>
              <a:ext uri="{FF2B5EF4-FFF2-40B4-BE49-F238E27FC236}">
                <a16:creationId xmlns:a16="http://schemas.microsoft.com/office/drawing/2014/main" id="{62F6EF6C-EDE1-9EC8-E4D3-32E08A208219}"/>
              </a:ext>
            </a:extLst>
          </p:cNvPr>
          <p:cNvPicPr>
            <a:picLocks noChangeAspect="1"/>
          </p:cNvPicPr>
          <p:nvPr/>
        </p:nvPicPr>
        <p:blipFill>
          <a:blip r:embed="rId3"/>
          <a:stretch>
            <a:fillRect/>
          </a:stretch>
        </p:blipFill>
        <p:spPr>
          <a:xfrm>
            <a:off x="7654105" y="3532353"/>
            <a:ext cx="274320" cy="274320"/>
          </a:xfrm>
          <a:prstGeom prst="rect">
            <a:avLst/>
          </a:prstGeom>
        </p:spPr>
      </p:pic>
      <p:pic>
        <p:nvPicPr>
          <p:cNvPr id="16" name="Picture 15">
            <a:extLst>
              <a:ext uri="{FF2B5EF4-FFF2-40B4-BE49-F238E27FC236}">
                <a16:creationId xmlns:a16="http://schemas.microsoft.com/office/drawing/2014/main" id="{2C5BA6BB-62B0-BFD2-AD6B-42904DB87F9B}"/>
              </a:ext>
            </a:extLst>
          </p:cNvPr>
          <p:cNvPicPr>
            <a:picLocks noChangeAspect="1"/>
          </p:cNvPicPr>
          <p:nvPr/>
        </p:nvPicPr>
        <p:blipFill>
          <a:blip r:embed="rId3"/>
          <a:stretch>
            <a:fillRect/>
          </a:stretch>
        </p:blipFill>
        <p:spPr>
          <a:xfrm>
            <a:off x="9874791" y="3532353"/>
            <a:ext cx="274320" cy="274320"/>
          </a:xfrm>
          <a:prstGeom prst="rect">
            <a:avLst/>
          </a:prstGeom>
        </p:spPr>
      </p:pic>
      <p:pic>
        <p:nvPicPr>
          <p:cNvPr id="17" name="Picture 16">
            <a:extLst>
              <a:ext uri="{FF2B5EF4-FFF2-40B4-BE49-F238E27FC236}">
                <a16:creationId xmlns:a16="http://schemas.microsoft.com/office/drawing/2014/main" id="{57174275-E587-361A-CF89-17677C82BEBC}"/>
              </a:ext>
            </a:extLst>
          </p:cNvPr>
          <p:cNvPicPr>
            <a:picLocks noChangeAspect="1"/>
          </p:cNvPicPr>
          <p:nvPr/>
        </p:nvPicPr>
        <p:blipFill>
          <a:blip r:embed="rId3"/>
          <a:stretch>
            <a:fillRect/>
          </a:stretch>
        </p:blipFill>
        <p:spPr>
          <a:xfrm>
            <a:off x="7654105" y="4797329"/>
            <a:ext cx="274320" cy="274320"/>
          </a:xfrm>
          <a:prstGeom prst="rect">
            <a:avLst/>
          </a:prstGeom>
        </p:spPr>
      </p:pic>
      <p:pic>
        <p:nvPicPr>
          <p:cNvPr id="18" name="Picture 17">
            <a:extLst>
              <a:ext uri="{FF2B5EF4-FFF2-40B4-BE49-F238E27FC236}">
                <a16:creationId xmlns:a16="http://schemas.microsoft.com/office/drawing/2014/main" id="{79F86BE8-3F47-47AE-2FE8-EFD1C501AF59}"/>
              </a:ext>
            </a:extLst>
          </p:cNvPr>
          <p:cNvPicPr>
            <a:picLocks noChangeAspect="1"/>
          </p:cNvPicPr>
          <p:nvPr/>
        </p:nvPicPr>
        <p:blipFill>
          <a:blip r:embed="rId3"/>
          <a:stretch>
            <a:fillRect/>
          </a:stretch>
        </p:blipFill>
        <p:spPr>
          <a:xfrm>
            <a:off x="9874791" y="4797329"/>
            <a:ext cx="274320" cy="274320"/>
          </a:xfrm>
          <a:prstGeom prst="rect">
            <a:avLst/>
          </a:prstGeom>
        </p:spPr>
      </p:pic>
      <p:pic>
        <p:nvPicPr>
          <p:cNvPr id="22" name="Picture 21">
            <a:extLst>
              <a:ext uri="{FF2B5EF4-FFF2-40B4-BE49-F238E27FC236}">
                <a16:creationId xmlns:a16="http://schemas.microsoft.com/office/drawing/2014/main" id="{53908099-C736-AF0E-283E-747E05D8DF88}"/>
              </a:ext>
            </a:extLst>
          </p:cNvPr>
          <p:cNvPicPr>
            <a:picLocks noChangeAspect="1"/>
          </p:cNvPicPr>
          <p:nvPr/>
        </p:nvPicPr>
        <p:blipFill>
          <a:blip r:embed="rId3"/>
          <a:stretch>
            <a:fillRect/>
          </a:stretch>
        </p:blipFill>
        <p:spPr>
          <a:xfrm>
            <a:off x="7654105" y="5679757"/>
            <a:ext cx="274320" cy="274320"/>
          </a:xfrm>
          <a:prstGeom prst="rect">
            <a:avLst/>
          </a:prstGeom>
        </p:spPr>
      </p:pic>
      <p:pic>
        <p:nvPicPr>
          <p:cNvPr id="23" name="Picture 22">
            <a:extLst>
              <a:ext uri="{FF2B5EF4-FFF2-40B4-BE49-F238E27FC236}">
                <a16:creationId xmlns:a16="http://schemas.microsoft.com/office/drawing/2014/main" id="{CDBB67F9-A422-5851-5E01-4C78446BD755}"/>
              </a:ext>
            </a:extLst>
          </p:cNvPr>
          <p:cNvPicPr>
            <a:picLocks noChangeAspect="1"/>
          </p:cNvPicPr>
          <p:nvPr/>
        </p:nvPicPr>
        <p:blipFill>
          <a:blip r:embed="rId3"/>
          <a:stretch>
            <a:fillRect/>
          </a:stretch>
        </p:blipFill>
        <p:spPr>
          <a:xfrm>
            <a:off x="9874791" y="5664050"/>
            <a:ext cx="274320" cy="274320"/>
          </a:xfrm>
          <a:prstGeom prst="rect">
            <a:avLst/>
          </a:prstGeom>
        </p:spPr>
      </p:pic>
      <p:pic>
        <p:nvPicPr>
          <p:cNvPr id="24" name="Picture 23">
            <a:extLst>
              <a:ext uri="{FF2B5EF4-FFF2-40B4-BE49-F238E27FC236}">
                <a16:creationId xmlns:a16="http://schemas.microsoft.com/office/drawing/2014/main" id="{6315AB85-6DE6-2A79-9319-517123355045}"/>
              </a:ext>
            </a:extLst>
          </p:cNvPr>
          <p:cNvPicPr>
            <a:picLocks noChangeAspect="1"/>
          </p:cNvPicPr>
          <p:nvPr/>
        </p:nvPicPr>
        <p:blipFill>
          <a:blip r:embed="rId3"/>
          <a:stretch>
            <a:fillRect/>
          </a:stretch>
        </p:blipFill>
        <p:spPr>
          <a:xfrm>
            <a:off x="9874791" y="2453733"/>
            <a:ext cx="274320" cy="274320"/>
          </a:xfrm>
          <a:prstGeom prst="rect">
            <a:avLst/>
          </a:prstGeom>
        </p:spPr>
      </p:pic>
      <p:pic>
        <p:nvPicPr>
          <p:cNvPr id="25" name="Picture 24">
            <a:extLst>
              <a:ext uri="{FF2B5EF4-FFF2-40B4-BE49-F238E27FC236}">
                <a16:creationId xmlns:a16="http://schemas.microsoft.com/office/drawing/2014/main" id="{2B3BCAFA-B26C-420B-2C4B-5D35D0E64EF5}"/>
              </a:ext>
            </a:extLst>
          </p:cNvPr>
          <p:cNvPicPr>
            <a:picLocks noChangeAspect="1"/>
          </p:cNvPicPr>
          <p:nvPr/>
        </p:nvPicPr>
        <p:blipFill>
          <a:blip r:embed="rId3"/>
          <a:stretch>
            <a:fillRect/>
          </a:stretch>
        </p:blipFill>
        <p:spPr>
          <a:xfrm>
            <a:off x="7654105" y="2784786"/>
            <a:ext cx="274320" cy="274320"/>
          </a:xfrm>
          <a:prstGeom prst="rect">
            <a:avLst/>
          </a:prstGeom>
        </p:spPr>
      </p:pic>
      <p:pic>
        <p:nvPicPr>
          <p:cNvPr id="26" name="Picture 25">
            <a:extLst>
              <a:ext uri="{FF2B5EF4-FFF2-40B4-BE49-F238E27FC236}">
                <a16:creationId xmlns:a16="http://schemas.microsoft.com/office/drawing/2014/main" id="{4E6C0083-DC99-C5FE-9119-6ACDECFD49E0}"/>
              </a:ext>
            </a:extLst>
          </p:cNvPr>
          <p:cNvPicPr>
            <a:picLocks noChangeAspect="1"/>
          </p:cNvPicPr>
          <p:nvPr/>
        </p:nvPicPr>
        <p:blipFill>
          <a:blip r:embed="rId3"/>
          <a:stretch>
            <a:fillRect/>
          </a:stretch>
        </p:blipFill>
        <p:spPr>
          <a:xfrm>
            <a:off x="7654105" y="3887953"/>
            <a:ext cx="274320" cy="274320"/>
          </a:xfrm>
          <a:prstGeom prst="rect">
            <a:avLst/>
          </a:prstGeom>
        </p:spPr>
      </p:pic>
      <p:pic>
        <p:nvPicPr>
          <p:cNvPr id="27" name="Picture 26">
            <a:extLst>
              <a:ext uri="{FF2B5EF4-FFF2-40B4-BE49-F238E27FC236}">
                <a16:creationId xmlns:a16="http://schemas.microsoft.com/office/drawing/2014/main" id="{250F58B8-1B39-7E60-DB06-8EC5CDCC52EF}"/>
              </a:ext>
            </a:extLst>
          </p:cNvPr>
          <p:cNvPicPr>
            <a:picLocks noChangeAspect="1"/>
          </p:cNvPicPr>
          <p:nvPr/>
        </p:nvPicPr>
        <p:blipFill>
          <a:blip r:embed="rId3"/>
          <a:stretch>
            <a:fillRect/>
          </a:stretch>
        </p:blipFill>
        <p:spPr>
          <a:xfrm>
            <a:off x="9874791" y="3887953"/>
            <a:ext cx="274320" cy="274320"/>
          </a:xfrm>
          <a:prstGeom prst="rect">
            <a:avLst/>
          </a:prstGeom>
        </p:spPr>
      </p:pic>
      <p:pic>
        <p:nvPicPr>
          <p:cNvPr id="30" name="Picture 29">
            <a:extLst>
              <a:ext uri="{FF2B5EF4-FFF2-40B4-BE49-F238E27FC236}">
                <a16:creationId xmlns:a16="http://schemas.microsoft.com/office/drawing/2014/main" id="{5F322D04-F86F-5E44-FCCC-63104228BFDA}"/>
              </a:ext>
            </a:extLst>
          </p:cNvPr>
          <p:cNvPicPr>
            <a:picLocks noChangeAspect="1"/>
          </p:cNvPicPr>
          <p:nvPr/>
        </p:nvPicPr>
        <p:blipFill>
          <a:blip r:embed="rId3"/>
          <a:stretch>
            <a:fillRect/>
          </a:stretch>
        </p:blipFill>
        <p:spPr>
          <a:xfrm>
            <a:off x="7654105" y="4260489"/>
            <a:ext cx="274320" cy="274320"/>
          </a:xfrm>
          <a:prstGeom prst="rect">
            <a:avLst/>
          </a:prstGeom>
        </p:spPr>
      </p:pic>
      <p:pic>
        <p:nvPicPr>
          <p:cNvPr id="31" name="Picture 30">
            <a:extLst>
              <a:ext uri="{FF2B5EF4-FFF2-40B4-BE49-F238E27FC236}">
                <a16:creationId xmlns:a16="http://schemas.microsoft.com/office/drawing/2014/main" id="{3FBA73BA-677B-8CA7-5815-0125E2A7172D}"/>
              </a:ext>
            </a:extLst>
          </p:cNvPr>
          <p:cNvPicPr>
            <a:picLocks noChangeAspect="1"/>
          </p:cNvPicPr>
          <p:nvPr/>
        </p:nvPicPr>
        <p:blipFill>
          <a:blip r:embed="rId3"/>
          <a:stretch>
            <a:fillRect/>
          </a:stretch>
        </p:blipFill>
        <p:spPr>
          <a:xfrm>
            <a:off x="9874791" y="4260489"/>
            <a:ext cx="274320" cy="274320"/>
          </a:xfrm>
          <a:prstGeom prst="rect">
            <a:avLst/>
          </a:prstGeom>
        </p:spPr>
      </p:pic>
      <p:pic>
        <p:nvPicPr>
          <p:cNvPr id="32" name="Picture 31">
            <a:extLst>
              <a:ext uri="{FF2B5EF4-FFF2-40B4-BE49-F238E27FC236}">
                <a16:creationId xmlns:a16="http://schemas.microsoft.com/office/drawing/2014/main" id="{599A3EAD-B15D-7C33-1916-67A9B93D8BF9}"/>
              </a:ext>
            </a:extLst>
          </p:cNvPr>
          <p:cNvPicPr>
            <a:picLocks noChangeAspect="1"/>
          </p:cNvPicPr>
          <p:nvPr/>
        </p:nvPicPr>
        <p:blipFill>
          <a:blip r:embed="rId3"/>
          <a:stretch>
            <a:fillRect/>
          </a:stretch>
        </p:blipFill>
        <p:spPr>
          <a:xfrm>
            <a:off x="7654105" y="5287542"/>
            <a:ext cx="274320" cy="274320"/>
          </a:xfrm>
          <a:prstGeom prst="rect">
            <a:avLst/>
          </a:prstGeom>
        </p:spPr>
      </p:pic>
      <p:pic>
        <p:nvPicPr>
          <p:cNvPr id="33" name="Picture 32">
            <a:extLst>
              <a:ext uri="{FF2B5EF4-FFF2-40B4-BE49-F238E27FC236}">
                <a16:creationId xmlns:a16="http://schemas.microsoft.com/office/drawing/2014/main" id="{FB47308C-D3C3-3CCB-DC2D-ADE2BA001B71}"/>
              </a:ext>
            </a:extLst>
          </p:cNvPr>
          <p:cNvPicPr>
            <a:picLocks noChangeAspect="1"/>
          </p:cNvPicPr>
          <p:nvPr/>
        </p:nvPicPr>
        <p:blipFill>
          <a:blip r:embed="rId3"/>
          <a:stretch>
            <a:fillRect/>
          </a:stretch>
        </p:blipFill>
        <p:spPr>
          <a:xfrm>
            <a:off x="9874791" y="5287542"/>
            <a:ext cx="274320" cy="274320"/>
          </a:xfrm>
          <a:prstGeom prst="rect">
            <a:avLst/>
          </a:prstGeom>
        </p:spPr>
      </p:pic>
      <p:pic>
        <p:nvPicPr>
          <p:cNvPr id="34" name="Picture 33">
            <a:extLst>
              <a:ext uri="{FF2B5EF4-FFF2-40B4-BE49-F238E27FC236}">
                <a16:creationId xmlns:a16="http://schemas.microsoft.com/office/drawing/2014/main" id="{E752BD92-CBD3-783A-7812-70026EC17468}"/>
              </a:ext>
            </a:extLst>
          </p:cNvPr>
          <p:cNvPicPr>
            <a:picLocks noChangeAspect="1"/>
          </p:cNvPicPr>
          <p:nvPr/>
        </p:nvPicPr>
        <p:blipFill>
          <a:blip r:embed="rId3"/>
          <a:stretch>
            <a:fillRect/>
          </a:stretch>
        </p:blipFill>
        <p:spPr>
          <a:xfrm>
            <a:off x="7654105" y="6154263"/>
            <a:ext cx="274320" cy="274320"/>
          </a:xfrm>
          <a:prstGeom prst="rect">
            <a:avLst/>
          </a:prstGeom>
        </p:spPr>
      </p:pic>
      <p:pic>
        <p:nvPicPr>
          <p:cNvPr id="35" name="Picture 34">
            <a:extLst>
              <a:ext uri="{FF2B5EF4-FFF2-40B4-BE49-F238E27FC236}">
                <a16:creationId xmlns:a16="http://schemas.microsoft.com/office/drawing/2014/main" id="{F83408A0-B82E-5FBE-2F2A-3A796239C5E8}"/>
              </a:ext>
            </a:extLst>
          </p:cNvPr>
          <p:cNvPicPr>
            <a:picLocks noChangeAspect="1"/>
          </p:cNvPicPr>
          <p:nvPr/>
        </p:nvPicPr>
        <p:blipFill>
          <a:blip r:embed="rId3"/>
          <a:stretch>
            <a:fillRect/>
          </a:stretch>
        </p:blipFill>
        <p:spPr>
          <a:xfrm>
            <a:off x="9874791" y="6154263"/>
            <a:ext cx="274320" cy="274320"/>
          </a:xfrm>
          <a:prstGeom prst="rect">
            <a:avLst/>
          </a:prstGeom>
        </p:spPr>
      </p:pic>
    </p:spTree>
    <p:extLst>
      <p:ext uri="{BB962C8B-B14F-4D97-AF65-F5344CB8AC3E}">
        <p14:creationId xmlns:p14="http://schemas.microsoft.com/office/powerpoint/2010/main" val="4228177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680FB5E-1B36-A585-985E-F8507391CE9C}"/>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23448B7D-9D16-9B47-48E8-D891D1A93945}"/>
              </a:ext>
            </a:extLst>
          </p:cNvPr>
          <p:cNvSpPr txBox="1"/>
          <p:nvPr/>
        </p:nvSpPr>
        <p:spPr>
          <a:xfrm>
            <a:off x="448093" y="2539363"/>
            <a:ext cx="11079877" cy="2081215"/>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Copilot in OneDrive for Business + OneDrive Agents</a:t>
            </a: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extLst>
      <p:ext uri="{BB962C8B-B14F-4D97-AF65-F5344CB8AC3E}">
        <p14:creationId xmlns:p14="http://schemas.microsoft.com/office/powerpoint/2010/main" val="3905956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7E2A7D5-4898-4FD0-85CA-C8D0A0C38D25}"/>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024F2E6A-2060-42DE-B504-8FD7D45E14D7}"/>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rPr>
              <a:t>Copilot in OneDrive for Business</a:t>
            </a:r>
            <a:endParaRPr kumimoji="0" lang="en-US" sz="16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endParaRPr>
          </a:p>
        </p:txBody>
      </p:sp>
      <p:sp>
        <p:nvSpPr>
          <p:cNvPr id="5" name="Slide Number Placeholder 4">
            <a:extLst>
              <a:ext uri="{FF2B5EF4-FFF2-40B4-BE49-F238E27FC236}">
                <a16:creationId xmlns:a16="http://schemas.microsoft.com/office/drawing/2014/main" id="{1AD262AE-8E84-03E4-B8CE-97C40DAD0E4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889C5C-8171-4CA3-86B1-670B90C02708}"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2" name="Callout: Down Arrow 11">
            <a:extLst>
              <a:ext uri="{FF2B5EF4-FFF2-40B4-BE49-F238E27FC236}">
                <a16:creationId xmlns:a16="http://schemas.microsoft.com/office/drawing/2014/main" id="{01A92CE9-DC29-9D10-CDE9-59B99204EC3F}"/>
              </a:ext>
            </a:extLst>
          </p:cNvPr>
          <p:cNvSpPr/>
          <p:nvPr/>
        </p:nvSpPr>
        <p:spPr>
          <a:xfrm>
            <a:off x="893926" y="2010605"/>
            <a:ext cx="7008898" cy="861391"/>
          </a:xfrm>
          <a:prstGeom prst="downArrowCallout">
            <a:avLst/>
          </a:prstGeom>
          <a:solidFill>
            <a:srgbClr val="C00000"/>
          </a:solidFill>
          <a:ln w="25400" cap="flat" cmpd="sng" algn="ctr">
            <a:solidFill>
              <a:srgbClr val="C00000"/>
            </a:solidFill>
            <a:prstDash val="solid"/>
          </a:ln>
          <a:effectLst/>
        </p:spPr>
        <p:txBody>
          <a:bodyPr rtlCol="0" anchor="ctr"/>
          <a:lstStyle/>
          <a:p>
            <a:pPr algn="ctr">
              <a:defRPr/>
            </a:pPr>
            <a:r>
              <a:rPr lang="en" b="1" dirty="0">
                <a:solidFill>
                  <a:prstClr val="white"/>
                </a:solidFill>
                <a:latin typeface="Aptos (Body)"/>
                <a:ea typeface="Open Sans" panose="020B0606030504020204" pitchFamily="34" charset="0"/>
                <a:cs typeface="Segoe UI Semibold" panose="020B0702040204020203" pitchFamily="34" charset="0"/>
              </a:rPr>
              <a:t>Key features</a:t>
            </a:r>
            <a:endParaRPr lang="en-US" b="1" dirty="0">
              <a:solidFill>
                <a:prstClr val="white"/>
              </a:solidFill>
              <a:latin typeface="Aptos (Body)"/>
              <a:ea typeface="Open Sans" panose="020B0606030504020204" pitchFamily="34" charset="0"/>
              <a:cs typeface="Segoe UI Semibold" panose="020B0702040204020203" pitchFamily="34" charset="0"/>
            </a:endParaRPr>
          </a:p>
        </p:txBody>
      </p:sp>
      <p:sp>
        <p:nvSpPr>
          <p:cNvPr id="13" name="Rectangle 12">
            <a:extLst>
              <a:ext uri="{FF2B5EF4-FFF2-40B4-BE49-F238E27FC236}">
                <a16:creationId xmlns:a16="http://schemas.microsoft.com/office/drawing/2014/main" id="{9DF51750-DD80-3B51-12EB-47FB9A288A4A}"/>
              </a:ext>
            </a:extLst>
          </p:cNvPr>
          <p:cNvSpPr/>
          <p:nvPr/>
        </p:nvSpPr>
        <p:spPr>
          <a:xfrm>
            <a:off x="893926" y="2912032"/>
            <a:ext cx="7008898" cy="731520"/>
          </a:xfrm>
          <a:prstGeom prst="rect">
            <a:avLst/>
          </a:prstGeom>
          <a:solidFill>
            <a:srgbClr val="00B0F0"/>
          </a:solidFill>
          <a:ln w="25400" cap="flat" cmpd="sng" algn="ctr">
            <a:noFill/>
            <a:prstDash val="solid"/>
          </a:ln>
          <a:effectLst/>
        </p:spPr>
        <p:txBody>
          <a:bodyPr rtlCol="0" anchor="ctr"/>
          <a:lstStyle/>
          <a:p>
            <a:pPr algn="ctr"/>
            <a:r>
              <a:rPr lang="en" sz="1600" dirty="0">
                <a:solidFill>
                  <a:prstClr val="white"/>
                </a:solidFill>
                <a:latin typeface="Aptos (Body)"/>
                <a:cs typeface="Segoe UI Semibold" panose="020B0702040204020203" pitchFamily="34" charset="0"/>
              </a:rPr>
              <a:t>Always On through the Copilot Button</a:t>
            </a:r>
          </a:p>
        </p:txBody>
      </p:sp>
      <p:sp>
        <p:nvSpPr>
          <p:cNvPr id="14" name="Rectangle 13">
            <a:extLst>
              <a:ext uri="{FF2B5EF4-FFF2-40B4-BE49-F238E27FC236}">
                <a16:creationId xmlns:a16="http://schemas.microsoft.com/office/drawing/2014/main" id="{C8ECEC04-384E-80E1-9250-80535C76721B}"/>
              </a:ext>
            </a:extLst>
          </p:cNvPr>
          <p:cNvSpPr/>
          <p:nvPr/>
        </p:nvSpPr>
        <p:spPr>
          <a:xfrm>
            <a:off x="893926" y="3736019"/>
            <a:ext cx="7008898" cy="731520"/>
          </a:xfrm>
          <a:prstGeom prst="rect">
            <a:avLst/>
          </a:prstGeom>
          <a:solidFill>
            <a:srgbClr val="00B0F0"/>
          </a:solidFill>
          <a:ln w="25400" cap="flat" cmpd="sng" algn="ctr">
            <a:noFill/>
            <a:prstDash val="solid"/>
          </a:ln>
          <a:effectLst/>
        </p:spPr>
        <p:txBody>
          <a:bodyPr rtlCol="0" anchor="ctr"/>
          <a:lstStyle/>
          <a:p>
            <a:pPr algn="ctr"/>
            <a:r>
              <a:rPr lang="en" sz="1600" dirty="0">
                <a:solidFill>
                  <a:prstClr val="white"/>
                </a:solidFill>
                <a:latin typeface="Aptos (Body)"/>
                <a:cs typeface="Segoe UI Semibold" panose="020B0702040204020203" pitchFamily="34" charset="0"/>
              </a:rPr>
              <a:t>It allows users to make and interact with their documents through natural language questions</a:t>
            </a:r>
          </a:p>
        </p:txBody>
      </p:sp>
      <p:sp>
        <p:nvSpPr>
          <p:cNvPr id="15" name="Rectangle 14">
            <a:extLst>
              <a:ext uri="{FF2B5EF4-FFF2-40B4-BE49-F238E27FC236}">
                <a16:creationId xmlns:a16="http://schemas.microsoft.com/office/drawing/2014/main" id="{FD900E6D-88BF-A110-2A7E-47D9F1485BDD}"/>
              </a:ext>
            </a:extLst>
          </p:cNvPr>
          <p:cNvSpPr/>
          <p:nvPr/>
        </p:nvSpPr>
        <p:spPr>
          <a:xfrm>
            <a:off x="893926" y="4560006"/>
            <a:ext cx="7008898" cy="731520"/>
          </a:xfrm>
          <a:prstGeom prst="rect">
            <a:avLst/>
          </a:prstGeom>
          <a:solidFill>
            <a:srgbClr val="00B0F0"/>
          </a:solidFill>
          <a:ln w="25400" cap="flat" cmpd="sng" algn="ctr">
            <a:noFill/>
            <a:prstDash val="solid"/>
          </a:ln>
          <a:effectLst/>
        </p:spPr>
        <p:txBody>
          <a:bodyPr rtlCol="0" anchor="ctr"/>
          <a:lstStyle/>
          <a:p>
            <a:pPr algn="ctr"/>
            <a:r>
              <a:rPr lang="en" sz="1600" dirty="0">
                <a:solidFill>
                  <a:prstClr val="white"/>
                </a:solidFill>
                <a:latin typeface="Aptos (Body)"/>
                <a:cs typeface="Segoe UI Semibold" panose="020B0702040204020203" pitchFamily="34" charset="0"/>
              </a:rPr>
              <a:t>Four main use cases: Extract information from multiple files (up to 5) without having to open them | Compare Differences Between Files | Quick File Summary | Generate Insights from the files</a:t>
            </a:r>
          </a:p>
        </p:txBody>
      </p:sp>
      <p:sp>
        <p:nvSpPr>
          <p:cNvPr id="16" name="Elipse 7">
            <a:extLst>
              <a:ext uri="{FF2B5EF4-FFF2-40B4-BE49-F238E27FC236}">
                <a16:creationId xmlns:a16="http://schemas.microsoft.com/office/drawing/2014/main" id="{B4DE0C39-95B8-2E09-2DC4-3926FB810FFB}"/>
              </a:ext>
            </a:extLst>
          </p:cNvPr>
          <p:cNvSpPr/>
          <p:nvPr/>
        </p:nvSpPr>
        <p:spPr>
          <a:xfrm>
            <a:off x="324866" y="3094912"/>
            <a:ext cx="365760" cy="365760"/>
          </a:xfrm>
          <a:prstGeom prst="ellipse">
            <a:avLst/>
          </a:prstGeom>
          <a:solidFill>
            <a:srgbClr val="C00000"/>
          </a:solidFill>
          <a:ln w="19050" cap="flat" cmpd="sng" algn="ctr">
            <a:noFill/>
            <a:prstDash val="solid"/>
            <a:miter lim="800000"/>
          </a:ln>
          <a:effectLst>
            <a:innerShdw blurRad="63500" dist="50800" dir="54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 sz="1600" b="1" i="0" u="none" strike="noStrike" kern="0" cap="none" spc="0" normalizeH="0" baseline="0" noProof="0" dirty="0">
                <a:ln>
                  <a:noFill/>
                </a:ln>
                <a:solidFill>
                  <a:srgbClr val="FFFFFF"/>
                </a:solidFill>
                <a:effectLst/>
                <a:uLnTx/>
                <a:uFillTx/>
                <a:latin typeface="Aptos (Body)"/>
                <a:ea typeface="+mn-ea"/>
                <a:cs typeface="Segoe UI Semibold" panose="020B0702040204020203" pitchFamily="34" charset="0"/>
              </a:rPr>
              <a:t>1</a:t>
            </a:r>
          </a:p>
        </p:txBody>
      </p:sp>
      <p:sp>
        <p:nvSpPr>
          <p:cNvPr id="17" name="Elipse 7">
            <a:extLst>
              <a:ext uri="{FF2B5EF4-FFF2-40B4-BE49-F238E27FC236}">
                <a16:creationId xmlns:a16="http://schemas.microsoft.com/office/drawing/2014/main" id="{12BAB95D-2A46-C4AA-5106-C74C8C29DF39}"/>
              </a:ext>
            </a:extLst>
          </p:cNvPr>
          <p:cNvSpPr/>
          <p:nvPr/>
        </p:nvSpPr>
        <p:spPr>
          <a:xfrm>
            <a:off x="304692" y="3918899"/>
            <a:ext cx="365760" cy="365760"/>
          </a:xfrm>
          <a:prstGeom prst="ellipse">
            <a:avLst/>
          </a:prstGeom>
          <a:solidFill>
            <a:srgbClr val="C00000"/>
          </a:solidFill>
          <a:ln w="19050" cap="flat" cmpd="sng" algn="ctr">
            <a:noFill/>
            <a:prstDash val="solid"/>
            <a:miter lim="800000"/>
          </a:ln>
          <a:effectLst>
            <a:innerShdw blurRad="63500" dist="50800" dir="54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 sz="1600" b="1" i="0" u="none" strike="noStrike" kern="0" cap="none" spc="0" normalizeH="0" baseline="0" noProof="0" dirty="0">
                <a:ln>
                  <a:noFill/>
                </a:ln>
                <a:solidFill>
                  <a:srgbClr val="FFFFFF"/>
                </a:solidFill>
                <a:effectLst/>
                <a:uLnTx/>
                <a:uFillTx/>
                <a:latin typeface="Aptos (Body)"/>
                <a:ea typeface="+mn-ea"/>
                <a:cs typeface="Segoe UI Semibold" panose="020B0702040204020203" pitchFamily="34" charset="0"/>
              </a:rPr>
              <a:t>2</a:t>
            </a:r>
          </a:p>
        </p:txBody>
      </p:sp>
      <p:sp>
        <p:nvSpPr>
          <p:cNvPr id="18" name="Elipse 7">
            <a:extLst>
              <a:ext uri="{FF2B5EF4-FFF2-40B4-BE49-F238E27FC236}">
                <a16:creationId xmlns:a16="http://schemas.microsoft.com/office/drawing/2014/main" id="{5510ECC2-4D27-5F21-1651-098CF085DEEA}"/>
              </a:ext>
            </a:extLst>
          </p:cNvPr>
          <p:cNvSpPr/>
          <p:nvPr/>
        </p:nvSpPr>
        <p:spPr>
          <a:xfrm>
            <a:off x="304692" y="4742886"/>
            <a:ext cx="365760" cy="365760"/>
          </a:xfrm>
          <a:prstGeom prst="ellipse">
            <a:avLst/>
          </a:prstGeom>
          <a:solidFill>
            <a:srgbClr val="C00000"/>
          </a:solidFill>
          <a:ln w="19050" cap="flat" cmpd="sng" algn="ctr">
            <a:noFill/>
            <a:prstDash val="solid"/>
            <a:miter lim="800000"/>
          </a:ln>
          <a:effectLst>
            <a:innerShdw blurRad="63500" dist="50800" dir="54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 sz="1600" b="1" i="0" u="none" strike="noStrike" kern="0" cap="none" spc="0" normalizeH="0" baseline="0" noProof="0" dirty="0">
                <a:ln>
                  <a:noFill/>
                </a:ln>
                <a:solidFill>
                  <a:srgbClr val="FFFFFF"/>
                </a:solidFill>
                <a:effectLst/>
                <a:uLnTx/>
                <a:uFillTx/>
                <a:latin typeface="Aptos (Body)"/>
                <a:ea typeface="+mn-ea"/>
                <a:cs typeface="Segoe UI Semibold" panose="020B0702040204020203" pitchFamily="34" charset="0"/>
              </a:rPr>
              <a:t>3</a:t>
            </a:r>
          </a:p>
        </p:txBody>
      </p:sp>
      <p:pic>
        <p:nvPicPr>
          <p:cNvPr id="19" name="Picture 18">
            <a:extLst>
              <a:ext uri="{FF2B5EF4-FFF2-40B4-BE49-F238E27FC236}">
                <a16:creationId xmlns:a16="http://schemas.microsoft.com/office/drawing/2014/main" id="{EC9C43DA-8109-5D19-CCE7-948A954F623E}"/>
              </a:ext>
            </a:extLst>
          </p:cNvPr>
          <p:cNvPicPr>
            <a:picLocks noChangeAspect="1"/>
          </p:cNvPicPr>
          <p:nvPr/>
        </p:nvPicPr>
        <p:blipFill>
          <a:blip r:embed="rId3"/>
          <a:stretch>
            <a:fillRect/>
          </a:stretch>
        </p:blipFill>
        <p:spPr>
          <a:xfrm>
            <a:off x="8672285" y="2253176"/>
            <a:ext cx="3032143" cy="3032143"/>
          </a:xfrm>
          <a:prstGeom prst="rect">
            <a:avLst/>
          </a:prstGeom>
          <a:ln>
            <a:noFill/>
          </a:ln>
          <a:effectLst>
            <a:outerShdw blurRad="292100" dist="139700" dir="2700000" algn="tl" rotWithShape="0">
              <a:srgbClr val="333333">
                <a:alpha val="65000"/>
              </a:srgbClr>
            </a:outerShdw>
          </a:effectLst>
        </p:spPr>
      </p:pic>
      <p:sp>
        <p:nvSpPr>
          <p:cNvPr id="20" name="Rectangle 19">
            <a:extLst>
              <a:ext uri="{FF2B5EF4-FFF2-40B4-BE49-F238E27FC236}">
                <a16:creationId xmlns:a16="http://schemas.microsoft.com/office/drawing/2014/main" id="{5E1E47AF-A0EF-2C4F-B389-D0314767612C}"/>
              </a:ext>
            </a:extLst>
          </p:cNvPr>
          <p:cNvSpPr/>
          <p:nvPr/>
        </p:nvSpPr>
        <p:spPr>
          <a:xfrm>
            <a:off x="893926" y="5394579"/>
            <a:ext cx="7008898" cy="731520"/>
          </a:xfrm>
          <a:prstGeom prst="rect">
            <a:avLst/>
          </a:prstGeom>
          <a:solidFill>
            <a:srgbClr val="00B0F0"/>
          </a:solidFill>
          <a:ln w="25400" cap="flat" cmpd="sng" algn="ctr">
            <a:noFill/>
            <a:prstDash val="solid"/>
          </a:ln>
          <a:effectLst/>
        </p:spPr>
        <p:txBody>
          <a:bodyPr rtlCol="0" anchor="ctr"/>
          <a:lstStyle/>
          <a:p>
            <a:pPr algn="ctr">
              <a:defRPr/>
            </a:pPr>
            <a:r>
              <a:rPr lang="en" sz="1600" kern="0" dirty="0">
                <a:solidFill>
                  <a:srgbClr val="FFFFFF"/>
                </a:solidFill>
                <a:latin typeface="Aptos (Body)"/>
                <a:cs typeface="Segoe UI Semibold" panose="020B0702040204020203" pitchFamily="34" charset="0"/>
              </a:rPr>
              <a:t>Generating New Content (Including Audio Summaries) from a File</a:t>
            </a:r>
            <a:endParaRPr lang="en-US" sz="1600" kern="0" dirty="0">
              <a:solidFill>
                <a:srgbClr val="FFFFFF"/>
              </a:solidFill>
              <a:latin typeface="Aptos (Body)"/>
              <a:cs typeface="Segoe UI Semibold" panose="020B0702040204020203" pitchFamily="34" charset="0"/>
            </a:endParaRPr>
          </a:p>
        </p:txBody>
      </p:sp>
      <p:sp>
        <p:nvSpPr>
          <p:cNvPr id="22" name="Elipse 7">
            <a:extLst>
              <a:ext uri="{FF2B5EF4-FFF2-40B4-BE49-F238E27FC236}">
                <a16:creationId xmlns:a16="http://schemas.microsoft.com/office/drawing/2014/main" id="{2E29B1D5-6BE7-E3C1-0F58-FD7ED6ECE2E9}"/>
              </a:ext>
            </a:extLst>
          </p:cNvPr>
          <p:cNvSpPr/>
          <p:nvPr/>
        </p:nvSpPr>
        <p:spPr>
          <a:xfrm>
            <a:off x="304692" y="5566873"/>
            <a:ext cx="365760" cy="365760"/>
          </a:xfrm>
          <a:prstGeom prst="ellipse">
            <a:avLst/>
          </a:prstGeom>
          <a:solidFill>
            <a:srgbClr val="C00000"/>
          </a:solidFill>
          <a:ln w="19050" cap="flat" cmpd="sng" algn="ctr">
            <a:noFill/>
            <a:prstDash val="solid"/>
            <a:miter lim="800000"/>
          </a:ln>
          <a:effectLst>
            <a:innerShdw blurRad="63500" dist="50800" dir="54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 sz="1600" b="1" i="0" u="none" strike="noStrike" kern="0" cap="none" spc="0" normalizeH="0" baseline="0" noProof="0" dirty="0">
                <a:ln>
                  <a:noFill/>
                </a:ln>
                <a:solidFill>
                  <a:srgbClr val="FFFFFF"/>
                </a:solidFill>
                <a:effectLst/>
                <a:uLnTx/>
                <a:uFillTx/>
                <a:latin typeface="Aptos (Body)"/>
                <a:ea typeface="+mn-ea"/>
                <a:cs typeface="Segoe UI Semibold" panose="020B0702040204020203" pitchFamily="34" charset="0"/>
              </a:rPr>
              <a:t>4</a:t>
            </a:r>
          </a:p>
        </p:txBody>
      </p:sp>
    </p:spTree>
    <p:extLst>
      <p:ext uri="{BB962C8B-B14F-4D97-AF65-F5344CB8AC3E}">
        <p14:creationId xmlns:p14="http://schemas.microsoft.com/office/powerpoint/2010/main" val="3571014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Imagen 2">
            <a:extLst>
              <a:ext uri="{FF2B5EF4-FFF2-40B4-BE49-F238E27FC236}">
                <a16:creationId xmlns:a16="http://schemas.microsoft.com/office/drawing/2014/main" id="{AC08DF00-E43F-471C-B352-96AE92BB078C}"/>
              </a:ext>
            </a:extLst>
          </p:cNvPr>
          <p:cNvPicPr>
            <a:picLocks noChangeAspect="1"/>
          </p:cNvPicPr>
          <p:nvPr/>
        </p:nvPicPr>
        <p:blipFill rotWithShape="1">
          <a:blip r:embed="rId3">
            <a:extLst>
              <a:ext uri="{28A0092B-C50C-407E-A947-70E740481C1C}">
                <a14:useLocalDpi xmlns:a14="http://schemas.microsoft.com/office/drawing/2010/main" val="0"/>
              </a:ext>
            </a:extLst>
          </a:blip>
          <a:srcRect l="9271" b="6950"/>
          <a:stretch/>
        </p:blipFill>
        <p:spPr>
          <a:xfrm>
            <a:off x="7456785" y="463941"/>
            <a:ext cx="2901552" cy="2904591"/>
          </a:xfrm>
          <a:prstGeom prst="rect">
            <a:avLst/>
          </a:prstGeom>
        </p:spPr>
      </p:pic>
      <p:sp>
        <p:nvSpPr>
          <p:cNvPr id="11" name="Marcador de texto 4">
            <a:extLst>
              <a:ext uri="{FF2B5EF4-FFF2-40B4-BE49-F238E27FC236}">
                <a16:creationId xmlns:a16="http://schemas.microsoft.com/office/drawing/2014/main" id="{2F90EBE4-6FF1-4CAA-A332-CE9032C241C1}"/>
              </a:ext>
            </a:extLst>
          </p:cNvPr>
          <p:cNvSpPr txBox="1">
            <a:spLocks/>
          </p:cNvSpPr>
          <p:nvPr/>
        </p:nvSpPr>
        <p:spPr>
          <a:xfrm>
            <a:off x="5586689" y="3735374"/>
            <a:ext cx="6605311" cy="179466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Segoe UI Semibold" panose="020B0702040204020203" pitchFamily="34" charset="0"/>
                <a:ea typeface="+mn-ea"/>
                <a:cs typeface="Segoe UI Semibold" panose="020B0702040204020203" pitchFamily="34" charset="0"/>
              </a:rPr>
              <a:t>Demo #1: Copilot in OneDrive for Business</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8" descr="Minion clipart transparent background, Minion transparent background  Transparent FREE for download on WebStockReview 2021">
            <a:extLst>
              <a:ext uri="{FF2B5EF4-FFF2-40B4-BE49-F238E27FC236}">
                <a16:creationId xmlns:a16="http://schemas.microsoft.com/office/drawing/2014/main" id="{4735142C-AE77-4CC2-9B7D-A0A77B9713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08794"/>
            <a:ext cx="5057590" cy="5919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3894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EEAA6DB-EF6D-1C76-13C1-7A5D17C0D008}"/>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2B08F430-FBA5-8AE6-E2CB-1CFC46E3037C}"/>
              </a:ext>
            </a:extLst>
          </p:cNvPr>
          <p:cNvSpPr txBox="1"/>
          <p:nvPr/>
        </p:nvSpPr>
        <p:spPr>
          <a:xfrm>
            <a:off x="413457" y="281072"/>
            <a:ext cx="11521440" cy="965837"/>
          </a:xfrm>
          <a:prstGeom prst="rect">
            <a:avLst/>
          </a:prstGeom>
        </p:spPr>
        <p:txBody>
          <a:bodyPr wrap="none" rtlCol="0" anchor="ctr">
            <a:normAutofit fontScale="85000" lnSpcReduction="20000"/>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rPr>
              <a:t>OneDrive Agents: Steps to create a Copilot Agent </a:t>
            </a:r>
          </a:p>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rPr>
              <a:t>for OneDrive</a:t>
            </a:r>
            <a:endParaRPr kumimoji="0" lang="en-US" sz="16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endParaRPr>
          </a:p>
        </p:txBody>
      </p:sp>
      <p:sp>
        <p:nvSpPr>
          <p:cNvPr id="5" name="Slide Number Placeholder 4">
            <a:extLst>
              <a:ext uri="{FF2B5EF4-FFF2-40B4-BE49-F238E27FC236}">
                <a16:creationId xmlns:a16="http://schemas.microsoft.com/office/drawing/2014/main" id="{E46FC6F6-35ED-E025-9849-FE90231992C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889C5C-8171-4CA3-86B1-670B90C02708}"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2" name="Rounded Rectangle 5">
            <a:extLst>
              <a:ext uri="{FF2B5EF4-FFF2-40B4-BE49-F238E27FC236}">
                <a16:creationId xmlns:a16="http://schemas.microsoft.com/office/drawing/2014/main" id="{DD5E08A7-ADB2-14D8-8B57-9EBFDD692515}"/>
              </a:ext>
            </a:extLst>
          </p:cNvPr>
          <p:cNvSpPr/>
          <p:nvPr/>
        </p:nvSpPr>
        <p:spPr>
          <a:xfrm>
            <a:off x="1651627" y="2706022"/>
            <a:ext cx="8691616" cy="822680"/>
          </a:xfrm>
          <a:prstGeom prst="roundRect">
            <a:avLst>
              <a:gd name="adj" fmla="val 8527"/>
            </a:avLst>
          </a:prstGeom>
          <a:solidFill>
            <a:schemeClr val="accent5">
              <a:lumMod val="75000"/>
            </a:scheme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Segoe UI Semibold" panose="020B0702040204020203" pitchFamily="34" charset="0"/>
              <a:cs typeface="Segoe UI Semibold" panose="020B0702040204020203" pitchFamily="34" charset="0"/>
            </a:endParaRPr>
          </a:p>
        </p:txBody>
      </p:sp>
      <p:sp>
        <p:nvSpPr>
          <p:cNvPr id="33" name="Freeform 6">
            <a:extLst>
              <a:ext uri="{FF2B5EF4-FFF2-40B4-BE49-F238E27FC236}">
                <a16:creationId xmlns:a16="http://schemas.microsoft.com/office/drawing/2014/main" id="{29A939B4-21A7-8522-B44C-C4F9143D5243}"/>
              </a:ext>
            </a:extLst>
          </p:cNvPr>
          <p:cNvSpPr>
            <a:spLocks noChangeAspect="1"/>
          </p:cNvSpPr>
          <p:nvPr/>
        </p:nvSpPr>
        <p:spPr bwMode="auto">
          <a:xfrm>
            <a:off x="7254334" y="2922342"/>
            <a:ext cx="235756" cy="390043"/>
          </a:xfrm>
          <a:custGeom>
            <a:avLst/>
            <a:gdLst>
              <a:gd name="T0" fmla="*/ 0 w 202"/>
              <a:gd name="T1" fmla="*/ 27 h 126"/>
              <a:gd name="T2" fmla="*/ 31 w 202"/>
              <a:gd name="T3" fmla="*/ 5 h 126"/>
              <a:gd name="T4" fmla="*/ 185 w 202"/>
              <a:gd name="T5" fmla="*/ 53 h 126"/>
              <a:gd name="T6" fmla="*/ 185 w 202"/>
              <a:gd name="T7" fmla="*/ 72 h 126"/>
              <a:gd name="T8" fmla="*/ 31 w 202"/>
              <a:gd name="T9" fmla="*/ 121 h 126"/>
              <a:gd name="T10" fmla="*/ 0 w 202"/>
              <a:gd name="T11" fmla="*/ 98 h 126"/>
              <a:gd name="T12" fmla="*/ 0 w 202"/>
              <a:gd name="T13" fmla="*/ 27 h 126"/>
            </a:gdLst>
            <a:ahLst/>
            <a:cxnLst>
              <a:cxn ang="0">
                <a:pos x="T0" y="T1"/>
              </a:cxn>
              <a:cxn ang="0">
                <a:pos x="T2" y="T3"/>
              </a:cxn>
              <a:cxn ang="0">
                <a:pos x="T4" y="T5"/>
              </a:cxn>
              <a:cxn ang="0">
                <a:pos x="T6" y="T7"/>
              </a:cxn>
              <a:cxn ang="0">
                <a:pos x="T8" y="T9"/>
              </a:cxn>
              <a:cxn ang="0">
                <a:pos x="T10" y="T11"/>
              </a:cxn>
              <a:cxn ang="0">
                <a:pos x="T12" y="T13"/>
              </a:cxn>
            </a:cxnLst>
            <a:rect l="0" t="0" r="r" b="b"/>
            <a:pathLst>
              <a:path w="202" h="126">
                <a:moveTo>
                  <a:pt x="0" y="27"/>
                </a:moveTo>
                <a:cubicBezTo>
                  <a:pt x="0" y="10"/>
                  <a:pt x="14" y="0"/>
                  <a:pt x="31" y="5"/>
                </a:cubicBezTo>
                <a:cubicBezTo>
                  <a:pt x="185" y="53"/>
                  <a:pt x="185" y="53"/>
                  <a:pt x="185" y="53"/>
                </a:cubicBezTo>
                <a:cubicBezTo>
                  <a:pt x="202" y="59"/>
                  <a:pt x="202" y="67"/>
                  <a:pt x="185" y="72"/>
                </a:cubicBezTo>
                <a:cubicBezTo>
                  <a:pt x="31" y="121"/>
                  <a:pt x="31" y="121"/>
                  <a:pt x="31" y="121"/>
                </a:cubicBezTo>
                <a:cubicBezTo>
                  <a:pt x="14" y="126"/>
                  <a:pt x="0" y="116"/>
                  <a:pt x="0" y="98"/>
                </a:cubicBezTo>
                <a:lnTo>
                  <a:pt x="0" y="2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rgbClr val="000000"/>
              </a:solidFill>
              <a:latin typeface="Segoe UI Semibold" panose="020B0702040204020203" pitchFamily="34" charset="0"/>
              <a:cs typeface="Segoe UI Semibold" panose="020B0702040204020203" pitchFamily="34" charset="0"/>
            </a:endParaRPr>
          </a:p>
        </p:txBody>
      </p:sp>
      <p:sp>
        <p:nvSpPr>
          <p:cNvPr id="34" name="Freeform 6">
            <a:extLst>
              <a:ext uri="{FF2B5EF4-FFF2-40B4-BE49-F238E27FC236}">
                <a16:creationId xmlns:a16="http://schemas.microsoft.com/office/drawing/2014/main" id="{983BAE71-0796-531C-602F-FE366E25D34A}"/>
              </a:ext>
            </a:extLst>
          </p:cNvPr>
          <p:cNvSpPr>
            <a:spLocks noChangeAspect="1"/>
          </p:cNvSpPr>
          <p:nvPr/>
        </p:nvSpPr>
        <p:spPr bwMode="auto">
          <a:xfrm>
            <a:off x="4565284" y="2922342"/>
            <a:ext cx="235756" cy="390043"/>
          </a:xfrm>
          <a:custGeom>
            <a:avLst/>
            <a:gdLst>
              <a:gd name="T0" fmla="*/ 0 w 202"/>
              <a:gd name="T1" fmla="*/ 27 h 126"/>
              <a:gd name="T2" fmla="*/ 31 w 202"/>
              <a:gd name="T3" fmla="*/ 5 h 126"/>
              <a:gd name="T4" fmla="*/ 185 w 202"/>
              <a:gd name="T5" fmla="*/ 53 h 126"/>
              <a:gd name="T6" fmla="*/ 185 w 202"/>
              <a:gd name="T7" fmla="*/ 72 h 126"/>
              <a:gd name="T8" fmla="*/ 31 w 202"/>
              <a:gd name="T9" fmla="*/ 121 h 126"/>
              <a:gd name="T10" fmla="*/ 0 w 202"/>
              <a:gd name="T11" fmla="*/ 98 h 126"/>
              <a:gd name="T12" fmla="*/ 0 w 202"/>
              <a:gd name="T13" fmla="*/ 27 h 126"/>
            </a:gdLst>
            <a:ahLst/>
            <a:cxnLst>
              <a:cxn ang="0">
                <a:pos x="T0" y="T1"/>
              </a:cxn>
              <a:cxn ang="0">
                <a:pos x="T2" y="T3"/>
              </a:cxn>
              <a:cxn ang="0">
                <a:pos x="T4" y="T5"/>
              </a:cxn>
              <a:cxn ang="0">
                <a:pos x="T6" y="T7"/>
              </a:cxn>
              <a:cxn ang="0">
                <a:pos x="T8" y="T9"/>
              </a:cxn>
              <a:cxn ang="0">
                <a:pos x="T10" y="T11"/>
              </a:cxn>
              <a:cxn ang="0">
                <a:pos x="T12" y="T13"/>
              </a:cxn>
            </a:cxnLst>
            <a:rect l="0" t="0" r="r" b="b"/>
            <a:pathLst>
              <a:path w="202" h="126">
                <a:moveTo>
                  <a:pt x="0" y="27"/>
                </a:moveTo>
                <a:cubicBezTo>
                  <a:pt x="0" y="10"/>
                  <a:pt x="14" y="0"/>
                  <a:pt x="31" y="5"/>
                </a:cubicBezTo>
                <a:cubicBezTo>
                  <a:pt x="185" y="53"/>
                  <a:pt x="185" y="53"/>
                  <a:pt x="185" y="53"/>
                </a:cubicBezTo>
                <a:cubicBezTo>
                  <a:pt x="202" y="59"/>
                  <a:pt x="202" y="67"/>
                  <a:pt x="185" y="72"/>
                </a:cubicBezTo>
                <a:cubicBezTo>
                  <a:pt x="31" y="121"/>
                  <a:pt x="31" y="121"/>
                  <a:pt x="31" y="121"/>
                </a:cubicBezTo>
                <a:cubicBezTo>
                  <a:pt x="14" y="126"/>
                  <a:pt x="0" y="116"/>
                  <a:pt x="0" y="98"/>
                </a:cubicBezTo>
                <a:lnTo>
                  <a:pt x="0" y="2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rgbClr val="000000"/>
              </a:solidFill>
              <a:latin typeface="Segoe UI Semibold" panose="020B0702040204020203" pitchFamily="34" charset="0"/>
              <a:cs typeface="Segoe UI Semibold" panose="020B0702040204020203" pitchFamily="34" charset="0"/>
            </a:endParaRPr>
          </a:p>
        </p:txBody>
      </p:sp>
      <p:grpSp>
        <p:nvGrpSpPr>
          <p:cNvPr id="35" name="Group 34">
            <a:extLst>
              <a:ext uri="{FF2B5EF4-FFF2-40B4-BE49-F238E27FC236}">
                <a16:creationId xmlns:a16="http://schemas.microsoft.com/office/drawing/2014/main" id="{3BF135F4-00A6-6A25-B373-5CC2AAAC839D}"/>
              </a:ext>
            </a:extLst>
          </p:cNvPr>
          <p:cNvGrpSpPr/>
          <p:nvPr/>
        </p:nvGrpSpPr>
        <p:grpSpPr>
          <a:xfrm>
            <a:off x="2496703" y="2276176"/>
            <a:ext cx="1683868" cy="1682375"/>
            <a:chOff x="638403" y="2237154"/>
            <a:chExt cx="1450663" cy="1449377"/>
          </a:xfrm>
        </p:grpSpPr>
        <p:sp>
          <p:nvSpPr>
            <p:cNvPr id="36" name="Freeform 5">
              <a:extLst>
                <a:ext uri="{FF2B5EF4-FFF2-40B4-BE49-F238E27FC236}">
                  <a16:creationId xmlns:a16="http://schemas.microsoft.com/office/drawing/2014/main" id="{E6FD399E-359A-275A-54E3-994980329BC0}"/>
                </a:ext>
              </a:extLst>
            </p:cNvPr>
            <p:cNvSpPr>
              <a:spLocks noEditPoints="1"/>
            </p:cNvSpPr>
            <p:nvPr/>
          </p:nvSpPr>
          <p:spPr bwMode="auto">
            <a:xfrm>
              <a:off x="638403" y="2237154"/>
              <a:ext cx="1450663" cy="1449377"/>
            </a:xfrm>
            <a:prstGeom prst="donut">
              <a:avLst>
                <a:gd name="adj" fmla="val 10103"/>
              </a:avLst>
            </a:prstGeom>
            <a:solidFill>
              <a:srgbClr val="CF142B"/>
            </a:solidFill>
          </p:spPr>
          <p:txBody>
            <a:bodyPr/>
            <a:lstStyle/>
            <a:p>
              <a:pPr>
                <a:defRPr/>
              </a:pPr>
              <a:endParaRPr lang="en-US" sz="1600" b="1" kern="0">
                <a:solidFill>
                  <a:srgbClr val="000000"/>
                </a:solidFill>
                <a:latin typeface="Segoe UI Semibold" panose="020B0702040204020203" pitchFamily="34" charset="0"/>
                <a:cs typeface="Segoe UI Semibold" panose="020B0702040204020203" pitchFamily="34" charset="0"/>
              </a:endParaRPr>
            </a:p>
          </p:txBody>
        </p:sp>
        <p:sp>
          <p:nvSpPr>
            <p:cNvPr id="37" name="Oval 36">
              <a:extLst>
                <a:ext uri="{FF2B5EF4-FFF2-40B4-BE49-F238E27FC236}">
                  <a16:creationId xmlns:a16="http://schemas.microsoft.com/office/drawing/2014/main" id="{E10850AD-F447-F4A0-6956-00CF78D95E14}"/>
                </a:ext>
              </a:extLst>
            </p:cNvPr>
            <p:cNvSpPr>
              <a:spLocks noChangeArrowheads="1"/>
            </p:cNvSpPr>
            <p:nvPr/>
          </p:nvSpPr>
          <p:spPr bwMode="auto">
            <a:xfrm>
              <a:off x="785317" y="2374190"/>
              <a:ext cx="1159818" cy="1159332"/>
            </a:xfrm>
            <a:prstGeom prst="ellipse">
              <a:avLst/>
            </a:prstGeom>
            <a:solidFill>
              <a:srgbClr val="FFFFFF"/>
            </a:solidFill>
            <a:ln w="9525" algn="ctr">
              <a:noFill/>
              <a:round/>
              <a:headEnd/>
              <a:tailEnd/>
            </a:ln>
          </p:spPr>
          <p:txBody>
            <a:bodyPr wrap="none" lIns="0" tIns="36000" rIns="0" bIns="36000" anchor="ctr"/>
            <a:lstStyle/>
            <a:p>
              <a:pPr algn="ctr">
                <a:defRPr/>
              </a:pPr>
              <a:endParaRPr lang="en-GB" sz="1600" kern="0">
                <a:solidFill>
                  <a:srgbClr val="000000"/>
                </a:solidFill>
                <a:latin typeface="Segoe UI Semibold" panose="020B0702040204020203" pitchFamily="34" charset="0"/>
                <a:cs typeface="Segoe UI Semibold" panose="020B0702040204020203" pitchFamily="34" charset="0"/>
              </a:endParaRPr>
            </a:p>
          </p:txBody>
        </p:sp>
      </p:grpSp>
      <p:grpSp>
        <p:nvGrpSpPr>
          <p:cNvPr id="38" name="Group 37">
            <a:extLst>
              <a:ext uri="{FF2B5EF4-FFF2-40B4-BE49-F238E27FC236}">
                <a16:creationId xmlns:a16="http://schemas.microsoft.com/office/drawing/2014/main" id="{5D491BC2-7F2A-C6DE-11EA-6A7EFF4C0A86}"/>
              </a:ext>
            </a:extLst>
          </p:cNvPr>
          <p:cNvGrpSpPr/>
          <p:nvPr/>
        </p:nvGrpSpPr>
        <p:grpSpPr>
          <a:xfrm>
            <a:off x="5185753" y="2276176"/>
            <a:ext cx="1683868" cy="1682375"/>
            <a:chOff x="2281504" y="2237154"/>
            <a:chExt cx="1450663" cy="1449377"/>
          </a:xfrm>
        </p:grpSpPr>
        <p:sp>
          <p:nvSpPr>
            <p:cNvPr id="39" name="Freeform 5">
              <a:extLst>
                <a:ext uri="{FF2B5EF4-FFF2-40B4-BE49-F238E27FC236}">
                  <a16:creationId xmlns:a16="http://schemas.microsoft.com/office/drawing/2014/main" id="{EF5F89CB-3F1F-2732-880B-32D3EE22C496}"/>
                </a:ext>
              </a:extLst>
            </p:cNvPr>
            <p:cNvSpPr>
              <a:spLocks noEditPoints="1"/>
            </p:cNvSpPr>
            <p:nvPr/>
          </p:nvSpPr>
          <p:spPr bwMode="auto">
            <a:xfrm>
              <a:off x="2281504" y="2237154"/>
              <a:ext cx="1450663" cy="1449377"/>
            </a:xfrm>
            <a:prstGeom prst="donut">
              <a:avLst>
                <a:gd name="adj" fmla="val 10103"/>
              </a:avLst>
            </a:prstGeom>
            <a:solidFill>
              <a:srgbClr val="EC7505"/>
            </a:solidFill>
            <a:ln w="9525">
              <a:noFill/>
              <a:round/>
              <a:headEnd/>
              <a:tailEnd/>
            </a:ln>
          </p:spPr>
          <p:txBody>
            <a:bodyPr/>
            <a:lstStyle/>
            <a:p>
              <a:pPr>
                <a:defRPr/>
              </a:pPr>
              <a:endParaRPr lang="en-US" sz="1600" b="1" kern="0">
                <a:solidFill>
                  <a:srgbClr val="000000"/>
                </a:solidFill>
                <a:latin typeface="Segoe UI Semibold" panose="020B0702040204020203" pitchFamily="34" charset="0"/>
                <a:cs typeface="Segoe UI Semibold" panose="020B0702040204020203" pitchFamily="34" charset="0"/>
              </a:endParaRPr>
            </a:p>
          </p:txBody>
        </p:sp>
        <p:sp>
          <p:nvSpPr>
            <p:cNvPr id="40" name="Oval 30">
              <a:extLst>
                <a:ext uri="{FF2B5EF4-FFF2-40B4-BE49-F238E27FC236}">
                  <a16:creationId xmlns:a16="http://schemas.microsoft.com/office/drawing/2014/main" id="{84437BBD-F1FD-5056-E441-9E4A45AD7220}"/>
                </a:ext>
              </a:extLst>
            </p:cNvPr>
            <p:cNvSpPr>
              <a:spLocks noChangeArrowheads="1"/>
            </p:cNvSpPr>
            <p:nvPr/>
          </p:nvSpPr>
          <p:spPr bwMode="auto">
            <a:xfrm>
              <a:off x="2428418" y="2374190"/>
              <a:ext cx="1159818" cy="1159332"/>
            </a:xfrm>
            <a:prstGeom prst="ellipse">
              <a:avLst/>
            </a:prstGeom>
            <a:solidFill>
              <a:srgbClr val="FFFFFF"/>
            </a:solidFill>
            <a:ln w="9525" algn="ctr">
              <a:noFill/>
              <a:round/>
              <a:headEnd/>
              <a:tailEnd/>
            </a:ln>
          </p:spPr>
          <p:txBody>
            <a:bodyPr wrap="none" lIns="0" tIns="36000" rIns="0" bIns="36000" anchor="ctr"/>
            <a:lstStyle/>
            <a:p>
              <a:pPr algn="ctr">
                <a:defRPr/>
              </a:pPr>
              <a:endParaRPr lang="en-GB" sz="1600" kern="0">
                <a:solidFill>
                  <a:srgbClr val="000000"/>
                </a:solidFill>
                <a:latin typeface="Segoe UI Semibold" panose="020B0702040204020203" pitchFamily="34" charset="0"/>
                <a:cs typeface="Segoe UI Semibold" panose="020B0702040204020203" pitchFamily="34" charset="0"/>
              </a:endParaRPr>
            </a:p>
          </p:txBody>
        </p:sp>
      </p:grpSp>
      <p:grpSp>
        <p:nvGrpSpPr>
          <p:cNvPr id="41" name="Group 40">
            <a:extLst>
              <a:ext uri="{FF2B5EF4-FFF2-40B4-BE49-F238E27FC236}">
                <a16:creationId xmlns:a16="http://schemas.microsoft.com/office/drawing/2014/main" id="{C76AE570-B018-3C66-67C7-8013CDE6DAE4}"/>
              </a:ext>
            </a:extLst>
          </p:cNvPr>
          <p:cNvGrpSpPr/>
          <p:nvPr/>
        </p:nvGrpSpPr>
        <p:grpSpPr>
          <a:xfrm>
            <a:off x="7874803" y="2276176"/>
            <a:ext cx="1683868" cy="1682375"/>
            <a:chOff x="3924603" y="2237154"/>
            <a:chExt cx="1450663" cy="1449377"/>
          </a:xfrm>
        </p:grpSpPr>
        <p:sp>
          <p:nvSpPr>
            <p:cNvPr id="42" name="Freeform 5">
              <a:extLst>
                <a:ext uri="{FF2B5EF4-FFF2-40B4-BE49-F238E27FC236}">
                  <a16:creationId xmlns:a16="http://schemas.microsoft.com/office/drawing/2014/main" id="{B4E622A2-258D-47B4-C01E-A17534A09B3A}"/>
                </a:ext>
              </a:extLst>
            </p:cNvPr>
            <p:cNvSpPr>
              <a:spLocks noEditPoints="1"/>
            </p:cNvSpPr>
            <p:nvPr/>
          </p:nvSpPr>
          <p:spPr bwMode="auto">
            <a:xfrm>
              <a:off x="3924603" y="2237154"/>
              <a:ext cx="1450663" cy="1449377"/>
            </a:xfrm>
            <a:prstGeom prst="donut">
              <a:avLst>
                <a:gd name="adj" fmla="val 10103"/>
              </a:avLst>
            </a:prstGeom>
            <a:solidFill>
              <a:srgbClr val="92AF04"/>
            </a:solidFill>
            <a:ln w="9525">
              <a:noFill/>
              <a:round/>
              <a:headEnd/>
              <a:tailEnd/>
            </a:ln>
          </p:spPr>
          <p:txBody>
            <a:bodyPr/>
            <a:lstStyle/>
            <a:p>
              <a:pPr>
                <a:defRPr/>
              </a:pPr>
              <a:endParaRPr lang="en-US" sz="2400" b="1" kern="0">
                <a:solidFill>
                  <a:srgbClr val="000000"/>
                </a:solidFill>
                <a:latin typeface="Segoe UI Semibold" panose="020B0702040204020203" pitchFamily="34" charset="0"/>
                <a:cs typeface="Segoe UI Semibold" panose="020B0702040204020203" pitchFamily="34" charset="0"/>
              </a:endParaRPr>
            </a:p>
          </p:txBody>
        </p:sp>
        <p:sp>
          <p:nvSpPr>
            <p:cNvPr id="43" name="Oval 30">
              <a:extLst>
                <a:ext uri="{FF2B5EF4-FFF2-40B4-BE49-F238E27FC236}">
                  <a16:creationId xmlns:a16="http://schemas.microsoft.com/office/drawing/2014/main" id="{40AEFBB6-9A0E-A8C1-86B6-A4B83842F8DB}"/>
                </a:ext>
              </a:extLst>
            </p:cNvPr>
            <p:cNvSpPr>
              <a:spLocks noChangeArrowheads="1"/>
            </p:cNvSpPr>
            <p:nvPr/>
          </p:nvSpPr>
          <p:spPr bwMode="auto">
            <a:xfrm>
              <a:off x="4071517" y="2374190"/>
              <a:ext cx="1159818" cy="1159332"/>
            </a:xfrm>
            <a:prstGeom prst="ellipse">
              <a:avLst/>
            </a:prstGeom>
            <a:solidFill>
              <a:srgbClr val="FFFFFF"/>
            </a:solidFill>
            <a:ln w="9525" algn="ctr">
              <a:noFill/>
              <a:round/>
              <a:headEnd/>
              <a:tailEnd/>
            </a:ln>
          </p:spPr>
          <p:txBody>
            <a:bodyPr wrap="none" lIns="0" tIns="36000" rIns="0" bIns="36000" anchor="ctr"/>
            <a:lstStyle/>
            <a:p>
              <a:pPr algn="ctr">
                <a:defRPr/>
              </a:pPr>
              <a:endParaRPr lang="en-GB" sz="1600" kern="0">
                <a:solidFill>
                  <a:srgbClr val="000000"/>
                </a:solidFill>
                <a:latin typeface="Segoe UI Semibold" panose="020B0702040204020203" pitchFamily="34" charset="0"/>
                <a:cs typeface="Segoe UI Semibold" panose="020B0702040204020203" pitchFamily="34" charset="0"/>
              </a:endParaRPr>
            </a:p>
          </p:txBody>
        </p:sp>
      </p:grpSp>
      <p:sp>
        <p:nvSpPr>
          <p:cNvPr id="44" name="Rectangle 43">
            <a:extLst>
              <a:ext uri="{FF2B5EF4-FFF2-40B4-BE49-F238E27FC236}">
                <a16:creationId xmlns:a16="http://schemas.microsoft.com/office/drawing/2014/main" id="{16A0C930-28CC-0B5A-4035-2E1B78E87DD5}"/>
              </a:ext>
            </a:extLst>
          </p:cNvPr>
          <p:cNvSpPr/>
          <p:nvPr/>
        </p:nvSpPr>
        <p:spPr>
          <a:xfrm>
            <a:off x="2055650" y="4063542"/>
            <a:ext cx="2568417" cy="822960"/>
          </a:xfrm>
          <a:prstGeom prst="rect">
            <a:avLst/>
          </a:prstGeom>
          <a:solidFill>
            <a:schemeClr val="accent5">
              <a:lumMod val="75000"/>
            </a:schemeClr>
          </a:solidFill>
          <a:ln w="25400" cap="flat" cmpd="sng" algn="ctr">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 sz="1400" b="1" i="0" u="none" strike="noStrike" kern="0" cap="none" spc="0" normalizeH="0" baseline="0" noProof="0" dirty="0">
                <a:ln>
                  <a:noFill/>
                </a:ln>
                <a:solidFill>
                  <a:srgbClr val="FFFFFF"/>
                </a:solidFill>
                <a:effectLst/>
                <a:uLnTx/>
                <a:uFillTx/>
                <a:latin typeface="Segoe UI Semibold" panose="020B0702040204020203" pitchFamily="34" charset="0"/>
                <a:cs typeface="Segoe UI Semibold" panose="020B0702040204020203" pitchFamily="34" charset="0"/>
              </a:rPr>
              <a:t>Customize branding and purpose</a:t>
            </a:r>
            <a:endParaRPr kumimoji="0" lang="en-US" sz="1400" b="1" i="0" u="none" strike="noStrike" kern="0" cap="none" spc="0" normalizeH="0" baseline="0" noProof="0" dirty="0">
              <a:ln>
                <a:noFill/>
              </a:ln>
              <a:solidFill>
                <a:srgbClr val="FFFFFF"/>
              </a:solidFill>
              <a:effectLst/>
              <a:uLnTx/>
              <a:uFillTx/>
              <a:latin typeface="Segoe UI Semibold" panose="020B0702040204020203" pitchFamily="34" charset="0"/>
              <a:cs typeface="Segoe UI Semibold" panose="020B0702040204020203" pitchFamily="34" charset="0"/>
            </a:endParaRPr>
          </a:p>
        </p:txBody>
      </p:sp>
      <p:sp>
        <p:nvSpPr>
          <p:cNvPr id="45" name="Rectangle 44">
            <a:extLst>
              <a:ext uri="{FF2B5EF4-FFF2-40B4-BE49-F238E27FC236}">
                <a16:creationId xmlns:a16="http://schemas.microsoft.com/office/drawing/2014/main" id="{7EEEB7D1-10EB-9531-20F7-438C223D50BB}"/>
              </a:ext>
            </a:extLst>
          </p:cNvPr>
          <p:cNvSpPr/>
          <p:nvPr/>
        </p:nvSpPr>
        <p:spPr>
          <a:xfrm>
            <a:off x="4743478" y="4063542"/>
            <a:ext cx="2568417" cy="822960"/>
          </a:xfrm>
          <a:prstGeom prst="rect">
            <a:avLst/>
          </a:prstGeom>
          <a:solidFill>
            <a:schemeClr val="accent5">
              <a:lumMod val="75000"/>
            </a:schemeClr>
          </a:solidFill>
          <a:ln w="25400" cap="flat" cmpd="sng" algn="ctr">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 sz="1400" b="1" i="0" u="none" strike="noStrike" kern="0" cap="none" spc="0" normalizeH="0" baseline="0" noProof="0" dirty="0">
                <a:ln>
                  <a:noFill/>
                </a:ln>
                <a:solidFill>
                  <a:srgbClr val="FFFFFF"/>
                </a:solidFill>
                <a:effectLst/>
                <a:uLnTx/>
                <a:uFillTx/>
                <a:latin typeface="Segoe UI Semibold" panose="020B0702040204020203" pitchFamily="34" charset="0"/>
                <a:cs typeface="Segoe UI Semibold" panose="020B0702040204020203" pitchFamily="34" charset="0"/>
              </a:rPr>
              <a:t>Indicate content that the agent should collect information about</a:t>
            </a:r>
            <a:endParaRPr kumimoji="0" lang="en-US" sz="1400" b="1" i="0" u="none" strike="noStrike" kern="0" cap="none" spc="0" normalizeH="0" baseline="0" noProof="0" dirty="0">
              <a:ln>
                <a:noFill/>
              </a:ln>
              <a:solidFill>
                <a:srgbClr val="FFFFFF"/>
              </a:solidFill>
              <a:effectLst/>
              <a:uLnTx/>
              <a:uFillTx/>
              <a:latin typeface="Segoe UI Semibold" panose="020B0702040204020203" pitchFamily="34" charset="0"/>
              <a:cs typeface="Segoe UI Semibold" panose="020B0702040204020203" pitchFamily="34" charset="0"/>
            </a:endParaRPr>
          </a:p>
        </p:txBody>
      </p:sp>
      <p:sp>
        <p:nvSpPr>
          <p:cNvPr id="46" name="Rectangle 45">
            <a:extLst>
              <a:ext uri="{FF2B5EF4-FFF2-40B4-BE49-F238E27FC236}">
                <a16:creationId xmlns:a16="http://schemas.microsoft.com/office/drawing/2014/main" id="{DBEB2D2C-F333-F5F7-F999-E0F2E7CCC6FA}"/>
              </a:ext>
            </a:extLst>
          </p:cNvPr>
          <p:cNvSpPr/>
          <p:nvPr/>
        </p:nvSpPr>
        <p:spPr>
          <a:xfrm>
            <a:off x="7437726" y="4063542"/>
            <a:ext cx="2568417" cy="822960"/>
          </a:xfrm>
          <a:prstGeom prst="rect">
            <a:avLst/>
          </a:prstGeom>
          <a:solidFill>
            <a:schemeClr val="accent5">
              <a:lumMod val="75000"/>
            </a:schemeClr>
          </a:solidFill>
          <a:ln w="25400" cap="flat" cmpd="sng" algn="ctr">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 sz="1400" b="1" i="0" u="none" strike="noStrike" kern="0" cap="none" spc="0" normalizeH="0" baseline="0" noProof="0" dirty="0">
                <a:ln>
                  <a:noFill/>
                </a:ln>
                <a:solidFill>
                  <a:srgbClr val="FFFFFF"/>
                </a:solidFill>
                <a:effectLst/>
                <a:uLnTx/>
                <a:uFillTx/>
                <a:latin typeface="Segoe UI Semibold" panose="020B0702040204020203" pitchFamily="34" charset="0"/>
                <a:cs typeface="Segoe UI Semibold" panose="020B0702040204020203" pitchFamily="34" charset="0"/>
              </a:rPr>
              <a:t>Define the Startup Prompts related to the Agent's purpose and scope</a:t>
            </a:r>
            <a:endParaRPr kumimoji="0" lang="en-US" sz="1400" b="1" i="0" u="none" strike="noStrike" kern="0" cap="none" spc="0" normalizeH="0" baseline="0" noProof="0" dirty="0">
              <a:ln>
                <a:noFill/>
              </a:ln>
              <a:solidFill>
                <a:srgbClr val="FFFFFF"/>
              </a:solidFill>
              <a:effectLst/>
              <a:uLnTx/>
              <a:uFillTx/>
              <a:latin typeface="Segoe UI Semibold" panose="020B0702040204020203" pitchFamily="34" charset="0"/>
              <a:cs typeface="Segoe UI Semibold" panose="020B0702040204020203" pitchFamily="34" charset="0"/>
            </a:endParaRPr>
          </a:p>
        </p:txBody>
      </p:sp>
      <p:pic>
        <p:nvPicPr>
          <p:cNvPr id="47" name="Picture 46">
            <a:extLst>
              <a:ext uri="{FF2B5EF4-FFF2-40B4-BE49-F238E27FC236}">
                <a16:creationId xmlns:a16="http://schemas.microsoft.com/office/drawing/2014/main" id="{203F5C0C-4F6E-CDF5-4704-65853252B237}"/>
              </a:ext>
            </a:extLst>
          </p:cNvPr>
          <p:cNvPicPr>
            <a:picLocks noChangeAspect="1"/>
          </p:cNvPicPr>
          <p:nvPr/>
        </p:nvPicPr>
        <p:blipFill>
          <a:blip r:embed="rId3"/>
          <a:stretch>
            <a:fillRect/>
          </a:stretch>
        </p:blipFill>
        <p:spPr>
          <a:xfrm>
            <a:off x="2972877" y="2774370"/>
            <a:ext cx="731520" cy="731520"/>
          </a:xfrm>
          <a:prstGeom prst="rect">
            <a:avLst/>
          </a:prstGeom>
        </p:spPr>
      </p:pic>
      <p:pic>
        <p:nvPicPr>
          <p:cNvPr id="48" name="Picture 47">
            <a:extLst>
              <a:ext uri="{FF2B5EF4-FFF2-40B4-BE49-F238E27FC236}">
                <a16:creationId xmlns:a16="http://schemas.microsoft.com/office/drawing/2014/main" id="{2351EA60-BE55-DF86-1977-EC1459DF2245}"/>
              </a:ext>
            </a:extLst>
          </p:cNvPr>
          <p:cNvPicPr>
            <a:picLocks noChangeAspect="1"/>
          </p:cNvPicPr>
          <p:nvPr/>
        </p:nvPicPr>
        <p:blipFill>
          <a:blip r:embed="rId4"/>
          <a:stretch>
            <a:fillRect/>
          </a:stretch>
        </p:blipFill>
        <p:spPr>
          <a:xfrm>
            <a:off x="5661927" y="2698842"/>
            <a:ext cx="731520" cy="731520"/>
          </a:xfrm>
          <a:prstGeom prst="rect">
            <a:avLst/>
          </a:prstGeom>
        </p:spPr>
      </p:pic>
      <p:pic>
        <p:nvPicPr>
          <p:cNvPr id="49" name="Picture 48">
            <a:extLst>
              <a:ext uri="{FF2B5EF4-FFF2-40B4-BE49-F238E27FC236}">
                <a16:creationId xmlns:a16="http://schemas.microsoft.com/office/drawing/2014/main" id="{3B31E59E-CA25-FA30-DCCF-43E42C78F8A3}"/>
              </a:ext>
            </a:extLst>
          </p:cNvPr>
          <p:cNvPicPr>
            <a:picLocks noChangeAspect="1"/>
          </p:cNvPicPr>
          <p:nvPr/>
        </p:nvPicPr>
        <p:blipFill>
          <a:blip r:embed="rId5"/>
          <a:stretch>
            <a:fillRect/>
          </a:stretch>
        </p:blipFill>
        <p:spPr>
          <a:xfrm>
            <a:off x="8305257" y="2696613"/>
            <a:ext cx="822960" cy="822960"/>
          </a:xfrm>
          <a:prstGeom prst="rect">
            <a:avLst/>
          </a:prstGeom>
        </p:spPr>
      </p:pic>
    </p:spTree>
    <p:extLst>
      <p:ext uri="{BB962C8B-B14F-4D97-AF65-F5344CB8AC3E}">
        <p14:creationId xmlns:p14="http://schemas.microsoft.com/office/powerpoint/2010/main" val="3551830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1A8EDB8-EA3E-54CA-2A43-5BFE19AEE6B3}"/>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CCA88008-5A7B-AFFD-D578-8C13F35747F5}"/>
              </a:ext>
            </a:extLst>
          </p:cNvPr>
          <p:cNvSpPr txBox="1"/>
          <p:nvPr/>
        </p:nvSpPr>
        <p:spPr>
          <a:xfrm>
            <a:off x="413457" y="281072"/>
            <a:ext cx="11521440" cy="965837"/>
          </a:xfrm>
          <a:prstGeom prst="rect">
            <a:avLst/>
          </a:prstGeom>
        </p:spPr>
        <p:txBody>
          <a:bodyPr wrap="none" rtlCol="0" anchor="ctr">
            <a:normAutofit fontScale="85000" lnSpcReduction="20000"/>
          </a:bodyPr>
          <a:lstStyle/>
          <a:p>
            <a:pPr lvl="0" algn="ctr" defTabSz="914389">
              <a:defRPr/>
            </a:pPr>
            <a:r>
              <a:rPr lang="en-US" sz="4000" dirty="0">
                <a:solidFill>
                  <a:srgbClr val="E7E6E6"/>
                </a:solidFill>
                <a:latin typeface="Segoe UI Semibold" panose="020B0702040204020203" pitchFamily="34" charset="0"/>
                <a:cs typeface="Segoe UI Semibold" panose="020B0702040204020203" pitchFamily="34" charset="0"/>
              </a:rPr>
              <a:t>OneDrive Agents: Steps to create a Copilot Agent </a:t>
            </a:r>
          </a:p>
          <a:p>
            <a:pPr lvl="0" algn="ctr" defTabSz="914389">
              <a:defRPr/>
            </a:pPr>
            <a:r>
              <a:rPr lang="en-US" sz="4000" dirty="0">
                <a:solidFill>
                  <a:srgbClr val="E7E6E6"/>
                </a:solidFill>
                <a:latin typeface="Segoe UI Semibold" panose="020B0702040204020203" pitchFamily="34" charset="0"/>
                <a:cs typeface="Segoe UI Semibold" panose="020B0702040204020203" pitchFamily="34" charset="0"/>
              </a:rPr>
              <a:t>for OneDrive</a:t>
            </a:r>
            <a:endParaRPr lang="en-US" sz="1600" dirty="0">
              <a:solidFill>
                <a:srgbClr val="E7E6E6"/>
              </a:solidFill>
              <a:latin typeface="Segoe UI Semibold" panose="020B0702040204020203" pitchFamily="34" charset="0"/>
              <a:cs typeface="Segoe UI Semibold" panose="020B0702040204020203" pitchFamily="34" charset="0"/>
            </a:endParaRPr>
          </a:p>
        </p:txBody>
      </p:sp>
      <p:sp>
        <p:nvSpPr>
          <p:cNvPr id="2" name="Text Placeholder 4">
            <a:extLst>
              <a:ext uri="{FF2B5EF4-FFF2-40B4-BE49-F238E27FC236}">
                <a16:creationId xmlns:a16="http://schemas.microsoft.com/office/drawing/2014/main" id="{4966B821-4738-53C8-564D-61B2F715F045}"/>
              </a:ext>
            </a:extLst>
          </p:cNvPr>
          <p:cNvSpPr txBox="1">
            <a:spLocks/>
          </p:cNvSpPr>
          <p:nvPr/>
        </p:nvSpPr>
        <p:spPr>
          <a:xfrm>
            <a:off x="525233" y="1783669"/>
            <a:ext cx="11199281" cy="276999"/>
          </a:xfrm>
          <a:prstGeom prst="rect">
            <a:avLst/>
          </a:prstGeom>
          <a:noFill/>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200" kern="1200" spc="0" baseline="0">
                <a:gradFill>
                  <a:gsLst>
                    <a:gs pos="91000">
                      <a:schemeClr val="tx1"/>
                    </a:gs>
                    <a:gs pos="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marR="0" lvl="0" indent="-1714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r>
              <a:rPr kumimoji="0" lang="en-US" sz="1800" b="0" i="0" u="none" strike="noStrike" kern="1200" cap="none" spc="0" normalizeH="0" baseline="0" noProof="0" dirty="0">
                <a:ln w="3175"/>
                <a:solidFill>
                  <a:srgbClr val="E7E6E6"/>
                </a:solidFill>
                <a:effectLst/>
                <a:uLnTx/>
                <a:uFillTx/>
                <a:latin typeface="Segoe UI" panose="020B0502040204020203" pitchFamily="34" charset="0"/>
                <a:ea typeface="+mn-ea"/>
                <a:cs typeface="Segoe UI" panose="020B0502040204020203" pitchFamily="34" charset="0"/>
              </a:rPr>
              <a:t>Tips, Recommendations &amp; Best Practices to create an Agent (They also apply to SharePoint Agents):</a:t>
            </a:r>
            <a:endParaRPr kumimoji="0" lang="en-US" sz="1800" b="0" i="0" u="none" strike="noStrike" kern="1200" cap="none" spc="0" normalizeH="0" baseline="0" noProof="0" dirty="0">
              <a:ln>
                <a:noFill/>
              </a:ln>
              <a:solidFill>
                <a:srgbClr val="E7E6E6"/>
              </a:solidFill>
              <a:effectLst/>
              <a:uLnTx/>
              <a:uFillTx/>
              <a:latin typeface="Segoe UI" panose="020B0502040204020203" pitchFamily="34" charset="0"/>
              <a:ea typeface="+mn-ea"/>
              <a:cs typeface="Segoe UI" panose="020B0502040204020203" pitchFamily="34" charset="0"/>
            </a:endParaRPr>
          </a:p>
        </p:txBody>
      </p:sp>
      <p:sp>
        <p:nvSpPr>
          <p:cNvPr id="5" name="Slide Number Placeholder 4">
            <a:extLst>
              <a:ext uri="{FF2B5EF4-FFF2-40B4-BE49-F238E27FC236}">
                <a16:creationId xmlns:a16="http://schemas.microsoft.com/office/drawing/2014/main" id="{F36C0C7F-4C4D-2315-2079-96C1A831D8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889C5C-8171-4CA3-86B1-670B90C02708}"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Rectangle 2">
            <a:extLst>
              <a:ext uri="{FF2B5EF4-FFF2-40B4-BE49-F238E27FC236}">
                <a16:creationId xmlns:a16="http://schemas.microsoft.com/office/drawing/2014/main" id="{9CC564EA-DC19-EA0B-F1DE-77407414F3BC}"/>
              </a:ext>
            </a:extLst>
          </p:cNvPr>
          <p:cNvSpPr/>
          <p:nvPr/>
        </p:nvSpPr>
        <p:spPr>
          <a:xfrm>
            <a:off x="341935" y="2620108"/>
            <a:ext cx="3566160" cy="713232"/>
          </a:xfrm>
          <a:prstGeom prst="rect">
            <a:avLst/>
          </a:prstGeom>
          <a:solidFill>
            <a:schemeClr val="accent5">
              <a:lumMod val="75000"/>
            </a:schemeClr>
          </a:solidFill>
          <a:ln w="25400" cap="flat" cmpd="sng" algn="ctr">
            <a:solidFill>
              <a:schemeClr val="accent1">
                <a:lumMod val="50000"/>
              </a:schemeClr>
            </a:solidFill>
            <a:prstDash val="solid"/>
          </a:ln>
          <a:effectLst/>
        </p:spPr>
        <p:txBody>
          <a:bodyPr rtlCol="0" anchor="ct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 b="1" i="0" u="none" strike="noStrike" kern="0" cap="none" spc="0" normalizeH="0" baseline="0" noProof="0" dirty="0">
                <a:ln>
                  <a:noFill/>
                </a:ln>
                <a:solidFill>
                  <a:srgbClr val="FFFFFF"/>
                </a:solidFill>
                <a:effectLst/>
                <a:uLnTx/>
                <a:uFillTx/>
                <a:latin typeface="Aptos (Body)"/>
                <a:cs typeface="Segoe UI" panose="020B0502040204020203" pitchFamily="34" charset="0"/>
              </a:rPr>
              <a:t>Quality</a:t>
            </a:r>
          </a:p>
        </p:txBody>
      </p:sp>
      <p:sp>
        <p:nvSpPr>
          <p:cNvPr id="4" name="Rectangle 33">
            <a:extLst>
              <a:ext uri="{FF2B5EF4-FFF2-40B4-BE49-F238E27FC236}">
                <a16:creationId xmlns:a16="http://schemas.microsoft.com/office/drawing/2014/main" id="{7D26AB9F-CCA4-B636-68CA-AAE08A70A396}"/>
              </a:ext>
            </a:extLst>
          </p:cNvPr>
          <p:cNvSpPr/>
          <p:nvPr/>
        </p:nvSpPr>
        <p:spPr bwMode="auto">
          <a:xfrm>
            <a:off x="341935" y="3414342"/>
            <a:ext cx="3566160" cy="2065104"/>
          </a:xfrm>
          <a:prstGeom prst="rect">
            <a:avLst/>
          </a:prstGeom>
          <a:solidFill>
            <a:srgbClr val="227AB0">
              <a:lumMod val="20000"/>
              <a:lumOff val="80000"/>
            </a:srgbClr>
          </a:solidFill>
          <a:ln w="9525" cap="flat" cmpd="sng" algn="ctr">
            <a:noFill/>
            <a:prstDash val="solid"/>
            <a:headEnd type="none" w="med" len="med"/>
            <a:tailEnd type="none" w="med" len="med"/>
          </a:ln>
          <a:effectLst/>
        </p:spPr>
        <p:txBody>
          <a:bodyPr rot="0" spcFirstLastPara="0" vertOverflow="overflow" horzOverflow="overflow" vert="horz" wrap="square" lIns="134425" tIns="107540" rIns="134425" bIns="107540" numCol="1" spcCol="0" rtlCol="0" fromWordArt="0" anchor="t" anchorCtr="0" forceAA="0" compatLnSpc="1">
            <a:prstTxWarp prst="textNoShape">
              <a:avLst/>
            </a:prstTxWarp>
            <a:noAutofit/>
          </a:bodyPr>
          <a:lstStyle/>
          <a:p>
            <a:pPr marL="171450" marR="0" lvl="0" indent="-171450" algn="l" defTabSz="91410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 sz="1600" b="0" i="0" u="none" strike="noStrike" kern="0" cap="none" spc="0" normalizeH="0" baseline="0" noProof="0" dirty="0">
                <a:ln>
                  <a:noFill/>
                </a:ln>
                <a:solidFill>
                  <a:srgbClr val="000000"/>
                </a:solidFill>
                <a:effectLst/>
                <a:uLnTx/>
                <a:uFillTx/>
                <a:latin typeface="Aptos (Body)"/>
                <a:cs typeface="Segoe UI" panose="020B0502040204020203" pitchFamily="34" charset="0"/>
              </a:rPr>
              <a:t>Be sure to configure the Agent to use reviewed, accurate, complete, and unique content</a:t>
            </a:r>
          </a:p>
          <a:p>
            <a:pPr marL="171450" marR="0" lvl="0" indent="-171450" algn="l" defTabSz="914102"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 sz="1600" kern="0" dirty="0">
                <a:solidFill>
                  <a:srgbClr val="000000"/>
                </a:solidFill>
                <a:latin typeface="Aptos (Body)"/>
                <a:cs typeface="Segoe UI" panose="020B0502040204020203" pitchFamily="34" charset="0"/>
              </a:rPr>
              <a:t>The better the content, the better the agent will behave and provide accurate and relevant + answers</a:t>
            </a:r>
            <a:endParaRPr kumimoji="0" lang="es-ES" sz="1600" b="0" i="0" u="none" strike="noStrike" kern="0" cap="none" spc="0" normalizeH="0" baseline="0" noProof="0" dirty="0">
              <a:ln>
                <a:noFill/>
              </a:ln>
              <a:solidFill>
                <a:srgbClr val="000000"/>
              </a:solidFill>
              <a:effectLst/>
              <a:uLnTx/>
              <a:uFillTx/>
              <a:latin typeface="Aptos (Body)"/>
              <a:cs typeface="Segoe UI" panose="020B0502040204020203" pitchFamily="34" charset="0"/>
            </a:endParaRPr>
          </a:p>
        </p:txBody>
      </p:sp>
      <p:sp>
        <p:nvSpPr>
          <p:cNvPr id="6" name="Rectangle 5">
            <a:extLst>
              <a:ext uri="{FF2B5EF4-FFF2-40B4-BE49-F238E27FC236}">
                <a16:creationId xmlns:a16="http://schemas.microsoft.com/office/drawing/2014/main" id="{584393C4-F60F-2D0F-F0EB-42F0DF2A515C}"/>
              </a:ext>
            </a:extLst>
          </p:cNvPr>
          <p:cNvSpPr/>
          <p:nvPr/>
        </p:nvSpPr>
        <p:spPr>
          <a:xfrm>
            <a:off x="4312920" y="2620108"/>
            <a:ext cx="3566160" cy="713232"/>
          </a:xfrm>
          <a:prstGeom prst="rect">
            <a:avLst/>
          </a:prstGeom>
          <a:solidFill>
            <a:schemeClr val="accent5">
              <a:lumMod val="75000"/>
            </a:schemeClr>
          </a:solidFill>
          <a:ln w="25400" cap="flat" cmpd="sng" algn="ctr">
            <a:solidFill>
              <a:schemeClr val="accent1">
                <a:lumMod val="50000"/>
              </a:schemeClr>
            </a:solidFill>
            <a:prstDash val="solid"/>
          </a:ln>
          <a:effectLst/>
        </p:spPr>
        <p:txBody>
          <a:bodyPr rtlCol="0" anchor="ct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 b="1" i="0" u="none" strike="noStrike" kern="0" cap="none" spc="0" normalizeH="0" baseline="0" noProof="0" dirty="0">
                <a:ln>
                  <a:noFill/>
                </a:ln>
                <a:solidFill>
                  <a:srgbClr val="FFFFFF"/>
                </a:solidFill>
                <a:effectLst/>
                <a:uLnTx/>
                <a:uFillTx/>
                <a:latin typeface="Aptos (Body)"/>
                <a:cs typeface="Segoe UI" panose="020B0502040204020203" pitchFamily="34" charset="0"/>
              </a:rPr>
              <a:t>Organization</a:t>
            </a:r>
          </a:p>
        </p:txBody>
      </p:sp>
      <p:sp>
        <p:nvSpPr>
          <p:cNvPr id="7" name="Rectangle 33">
            <a:extLst>
              <a:ext uri="{FF2B5EF4-FFF2-40B4-BE49-F238E27FC236}">
                <a16:creationId xmlns:a16="http://schemas.microsoft.com/office/drawing/2014/main" id="{705E6253-B0BB-4BE2-BFD9-1A8427D9E134}"/>
              </a:ext>
            </a:extLst>
          </p:cNvPr>
          <p:cNvSpPr/>
          <p:nvPr/>
        </p:nvSpPr>
        <p:spPr bwMode="auto">
          <a:xfrm>
            <a:off x="4312920" y="3414342"/>
            <a:ext cx="3566160" cy="2065104"/>
          </a:xfrm>
          <a:prstGeom prst="rect">
            <a:avLst/>
          </a:prstGeom>
          <a:solidFill>
            <a:srgbClr val="227AB0">
              <a:lumMod val="20000"/>
              <a:lumOff val="80000"/>
            </a:srgbClr>
          </a:solidFill>
          <a:ln w="9525" cap="flat" cmpd="sng" algn="ctr">
            <a:noFill/>
            <a:prstDash val="solid"/>
            <a:headEnd type="none" w="med" len="med"/>
            <a:tailEnd type="none" w="med" len="med"/>
          </a:ln>
          <a:effectLst/>
        </p:spPr>
        <p:txBody>
          <a:bodyPr rot="0" spcFirstLastPara="0" vertOverflow="overflow" horzOverflow="overflow" vert="horz" wrap="square" lIns="134425" tIns="107540" rIns="134425" bIns="107540" numCol="1" spcCol="0" rtlCol="0" fromWordArt="0" anchor="t" anchorCtr="0" forceAA="0" compatLnSpc="1">
            <a:prstTxWarp prst="textNoShape">
              <a:avLst/>
            </a:prstTxWarp>
            <a:noAutofit/>
          </a:bodyPr>
          <a:lstStyle/>
          <a:p>
            <a:pPr marL="171450" marR="0" lvl="0" indent="-171450" algn="l" defTabSz="91410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 sz="1600" b="0" i="0" u="none" strike="noStrike" kern="0" cap="none" spc="0" normalizeH="0" baseline="0" noProof="0" dirty="0">
                <a:ln>
                  <a:noFill/>
                </a:ln>
                <a:solidFill>
                  <a:srgbClr val="000000"/>
                </a:solidFill>
                <a:effectLst/>
                <a:uLnTx/>
                <a:uFillTx/>
                <a:latin typeface="Aptos (Body)"/>
                <a:cs typeface="Segoe UI" panose="020B0502040204020203" pitchFamily="34" charset="0"/>
              </a:rPr>
              <a:t>Organize content into small, manageable document sets to improve response accuracy</a:t>
            </a:r>
          </a:p>
          <a:p>
            <a:pPr marL="171450" marR="0" lvl="0" indent="-171450" algn="l" defTabSz="914102"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 sz="1600" kern="0" dirty="0">
                <a:solidFill>
                  <a:srgbClr val="000000"/>
                </a:solidFill>
                <a:latin typeface="Aptos (Body)"/>
                <a:cs typeface="Segoe UI" panose="020B0502040204020203" pitchFamily="34" charset="0"/>
              </a:rPr>
              <a:t>It is better to configure the Agent with few documents and minimal graphics for a better experience</a:t>
            </a:r>
            <a:endParaRPr kumimoji="0" lang="es-ES" sz="1600" b="0" i="0" u="none" strike="noStrike" kern="0" cap="none" spc="0" normalizeH="0" baseline="0" noProof="0" dirty="0">
              <a:ln>
                <a:noFill/>
              </a:ln>
              <a:solidFill>
                <a:srgbClr val="000000"/>
              </a:solidFill>
              <a:effectLst/>
              <a:uLnTx/>
              <a:uFillTx/>
              <a:latin typeface="Aptos (Body)"/>
              <a:cs typeface="Segoe UI" panose="020B0502040204020203" pitchFamily="34" charset="0"/>
            </a:endParaRPr>
          </a:p>
        </p:txBody>
      </p:sp>
      <p:sp>
        <p:nvSpPr>
          <p:cNvPr id="8" name="Rectangle 7">
            <a:extLst>
              <a:ext uri="{FF2B5EF4-FFF2-40B4-BE49-F238E27FC236}">
                <a16:creationId xmlns:a16="http://schemas.microsoft.com/office/drawing/2014/main" id="{AFAA889E-FA74-CB8F-7D38-31D9ADDE37B1}"/>
              </a:ext>
            </a:extLst>
          </p:cNvPr>
          <p:cNvSpPr/>
          <p:nvPr/>
        </p:nvSpPr>
        <p:spPr>
          <a:xfrm>
            <a:off x="8261697" y="2620108"/>
            <a:ext cx="3566160" cy="713232"/>
          </a:xfrm>
          <a:prstGeom prst="rect">
            <a:avLst/>
          </a:prstGeom>
          <a:solidFill>
            <a:schemeClr val="accent5">
              <a:lumMod val="75000"/>
            </a:schemeClr>
          </a:solidFill>
          <a:ln w="25400" cap="flat" cmpd="sng" algn="ctr">
            <a:solidFill>
              <a:schemeClr val="accent1">
                <a:lumMod val="50000"/>
              </a:schemeClr>
            </a:solidFill>
            <a:prstDash val="solid"/>
          </a:ln>
          <a:effectLst/>
        </p:spPr>
        <p:txBody>
          <a:bodyPr rtlCol="0" anchor="ctr"/>
          <a:lstStyle/>
          <a:p>
            <a:pPr marL="0" marR="0" lvl="0" indent="0" algn="ctr" defTabSz="914102" rtl="0" eaLnBrk="1" fontAlgn="base" latinLnBrk="0" hangingPunct="1">
              <a:lnSpc>
                <a:spcPct val="100000"/>
              </a:lnSpc>
              <a:spcBef>
                <a:spcPct val="0"/>
              </a:spcBef>
              <a:spcAft>
                <a:spcPct val="0"/>
              </a:spcAft>
              <a:buClrTx/>
              <a:buSzTx/>
              <a:buFontTx/>
              <a:buNone/>
              <a:tabLst/>
              <a:defRPr/>
            </a:pPr>
            <a:r>
              <a:rPr kumimoji="0" lang="en" b="1" i="0" u="none" strike="noStrike" kern="0" cap="none" spc="0" normalizeH="0" baseline="0" noProof="0" dirty="0" err="1">
                <a:ln>
                  <a:noFill/>
                </a:ln>
                <a:solidFill>
                  <a:srgbClr val="FFFFFF"/>
                </a:solidFill>
                <a:effectLst/>
                <a:uLnTx/>
                <a:uFillTx/>
                <a:latin typeface="Aptos (Body)"/>
                <a:cs typeface="Segoe UI" panose="020B0502040204020203" pitchFamily="34" charset="0"/>
              </a:rPr>
              <a:t>Feedback</a:t>
            </a:r>
            <a:endParaRPr kumimoji="0" lang="es-ES" b="1" i="0" u="none" strike="noStrike" kern="0" cap="none" spc="0" normalizeH="0" baseline="0" noProof="0" dirty="0">
              <a:ln>
                <a:noFill/>
              </a:ln>
              <a:solidFill>
                <a:srgbClr val="FFFFFF"/>
              </a:solidFill>
              <a:effectLst/>
              <a:uLnTx/>
              <a:uFillTx/>
              <a:latin typeface="Aptos (Body)"/>
              <a:cs typeface="Segoe UI" panose="020B0502040204020203" pitchFamily="34" charset="0"/>
            </a:endParaRPr>
          </a:p>
        </p:txBody>
      </p:sp>
      <p:sp>
        <p:nvSpPr>
          <p:cNvPr id="9" name="Rectangle 33">
            <a:extLst>
              <a:ext uri="{FF2B5EF4-FFF2-40B4-BE49-F238E27FC236}">
                <a16:creationId xmlns:a16="http://schemas.microsoft.com/office/drawing/2014/main" id="{ACA17D55-E8D9-A2AF-951A-17AF056B3A65}"/>
              </a:ext>
            </a:extLst>
          </p:cNvPr>
          <p:cNvSpPr/>
          <p:nvPr/>
        </p:nvSpPr>
        <p:spPr bwMode="auto">
          <a:xfrm>
            <a:off x="8261697" y="3414342"/>
            <a:ext cx="3566160" cy="2065104"/>
          </a:xfrm>
          <a:prstGeom prst="rect">
            <a:avLst/>
          </a:prstGeom>
          <a:solidFill>
            <a:srgbClr val="227AB0">
              <a:lumMod val="20000"/>
              <a:lumOff val="80000"/>
            </a:srgbClr>
          </a:solidFill>
          <a:ln w="9525" cap="flat" cmpd="sng" algn="ctr">
            <a:noFill/>
            <a:prstDash val="solid"/>
            <a:headEnd type="none" w="med" len="med"/>
            <a:tailEnd type="none" w="med" len="med"/>
          </a:ln>
          <a:effectLst/>
        </p:spPr>
        <p:txBody>
          <a:bodyPr rot="0" spcFirstLastPara="0" vertOverflow="overflow" horzOverflow="overflow" vert="horz" wrap="square" lIns="134425" tIns="107540" rIns="134425" bIns="107540" numCol="1" spcCol="0" rtlCol="0" fromWordArt="0" anchor="t" anchorCtr="0" forceAA="0" compatLnSpc="1">
            <a:prstTxWarp prst="textNoShape">
              <a:avLst/>
            </a:prstTxWarp>
            <a:noAutofit/>
          </a:bodyPr>
          <a:lstStyle/>
          <a:p>
            <a:pPr marL="171450" marR="0" lvl="0" indent="-171450" algn="l" defTabSz="91410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 sz="1600" b="0" i="0" u="none" strike="noStrike" kern="0" cap="none" spc="0" normalizeH="0" baseline="0" noProof="0" dirty="0">
                <a:ln>
                  <a:noFill/>
                </a:ln>
                <a:solidFill>
                  <a:srgbClr val="000000"/>
                </a:solidFill>
                <a:effectLst/>
                <a:uLnTx/>
                <a:uFillTx/>
                <a:latin typeface="Aptos (Body)"/>
                <a:cs typeface="Segoe UI" panose="020B0502040204020203" pitchFamily="34" charset="0"/>
              </a:rPr>
              <a:t>Asks users for continuous feedback on the Agent's answers</a:t>
            </a:r>
          </a:p>
          <a:p>
            <a:pPr marL="171450" marR="0" lvl="0" indent="-171450" algn="l" defTabSz="914102"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 sz="1600" kern="0" dirty="0">
                <a:solidFill>
                  <a:srgbClr val="000000"/>
                </a:solidFill>
                <a:latin typeface="Aptos (Body)"/>
                <a:cs typeface="Segoe UI" panose="020B0502040204020203" pitchFamily="34" charset="0"/>
              </a:rPr>
              <a:t>Use Feedback to improve the accuracy of the Agent as much as possible</a:t>
            </a:r>
            <a:endParaRPr kumimoji="0" lang="es-ES" sz="1600" b="0" i="0" u="none" strike="noStrike" kern="0" cap="none" spc="0" normalizeH="0" baseline="0" noProof="0" dirty="0">
              <a:ln>
                <a:noFill/>
              </a:ln>
              <a:solidFill>
                <a:srgbClr val="000000"/>
              </a:solidFill>
              <a:effectLst/>
              <a:uLnTx/>
              <a:uFillTx/>
              <a:latin typeface="Aptos (Body)"/>
              <a:cs typeface="Segoe UI" panose="020B0502040204020203" pitchFamily="34" charset="0"/>
            </a:endParaRPr>
          </a:p>
        </p:txBody>
      </p:sp>
      <p:pic>
        <p:nvPicPr>
          <p:cNvPr id="10" name="Picture 9">
            <a:extLst>
              <a:ext uri="{FF2B5EF4-FFF2-40B4-BE49-F238E27FC236}">
                <a16:creationId xmlns:a16="http://schemas.microsoft.com/office/drawing/2014/main" id="{36107725-5F65-23B9-13FC-591F66F11C86}"/>
              </a:ext>
            </a:extLst>
          </p:cNvPr>
          <p:cNvPicPr>
            <a:picLocks noChangeAspect="1"/>
          </p:cNvPicPr>
          <p:nvPr/>
        </p:nvPicPr>
        <p:blipFill>
          <a:blip r:embed="rId3"/>
          <a:stretch>
            <a:fillRect/>
          </a:stretch>
        </p:blipFill>
        <p:spPr>
          <a:xfrm>
            <a:off x="3633775" y="2356728"/>
            <a:ext cx="548640" cy="548640"/>
          </a:xfrm>
          <a:prstGeom prst="rect">
            <a:avLst/>
          </a:prstGeom>
        </p:spPr>
      </p:pic>
      <p:pic>
        <p:nvPicPr>
          <p:cNvPr id="11" name="Picture 10">
            <a:extLst>
              <a:ext uri="{FF2B5EF4-FFF2-40B4-BE49-F238E27FC236}">
                <a16:creationId xmlns:a16="http://schemas.microsoft.com/office/drawing/2014/main" id="{E7EFC328-888C-2CB8-271B-DE56C00C6D6D}"/>
              </a:ext>
            </a:extLst>
          </p:cNvPr>
          <p:cNvPicPr>
            <a:picLocks noChangeAspect="1"/>
          </p:cNvPicPr>
          <p:nvPr/>
        </p:nvPicPr>
        <p:blipFill>
          <a:blip r:embed="rId4"/>
          <a:stretch>
            <a:fillRect/>
          </a:stretch>
        </p:blipFill>
        <p:spPr>
          <a:xfrm>
            <a:off x="7604760" y="2309787"/>
            <a:ext cx="548640" cy="548640"/>
          </a:xfrm>
          <a:prstGeom prst="rect">
            <a:avLst/>
          </a:prstGeom>
        </p:spPr>
      </p:pic>
      <p:pic>
        <p:nvPicPr>
          <p:cNvPr id="12" name="Picture 11">
            <a:extLst>
              <a:ext uri="{FF2B5EF4-FFF2-40B4-BE49-F238E27FC236}">
                <a16:creationId xmlns:a16="http://schemas.microsoft.com/office/drawing/2014/main" id="{F9B848BD-4FDC-3336-A3D5-41CC4F588407}"/>
              </a:ext>
            </a:extLst>
          </p:cNvPr>
          <p:cNvPicPr>
            <a:picLocks noChangeAspect="1"/>
          </p:cNvPicPr>
          <p:nvPr/>
        </p:nvPicPr>
        <p:blipFill>
          <a:blip r:embed="rId5"/>
          <a:stretch>
            <a:fillRect/>
          </a:stretch>
        </p:blipFill>
        <p:spPr>
          <a:xfrm>
            <a:off x="11553537" y="2356728"/>
            <a:ext cx="548640" cy="548640"/>
          </a:xfrm>
          <a:prstGeom prst="rect">
            <a:avLst/>
          </a:prstGeom>
        </p:spPr>
      </p:pic>
    </p:spTree>
    <p:extLst>
      <p:ext uri="{BB962C8B-B14F-4D97-AF65-F5344CB8AC3E}">
        <p14:creationId xmlns:p14="http://schemas.microsoft.com/office/powerpoint/2010/main" val="34951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7D127BA-1FAD-2E1F-1EA5-44FFE44DADA7}"/>
            </a:ext>
          </a:extLst>
        </p:cNvPr>
        <p:cNvGrpSpPr/>
        <p:nvPr/>
      </p:nvGrpSpPr>
      <p:grpSpPr>
        <a:xfrm>
          <a:off x="0" y="0"/>
          <a:ext cx="0" cy="0"/>
          <a:chOff x="0" y="0"/>
          <a:chExt cx="0" cy="0"/>
        </a:xfrm>
      </p:grpSpPr>
      <p:pic>
        <p:nvPicPr>
          <p:cNvPr id="10" name="Imagen 2">
            <a:extLst>
              <a:ext uri="{FF2B5EF4-FFF2-40B4-BE49-F238E27FC236}">
                <a16:creationId xmlns:a16="http://schemas.microsoft.com/office/drawing/2014/main" id="{5655BBC2-44E0-6964-4F26-B9081337A342}"/>
              </a:ext>
            </a:extLst>
          </p:cNvPr>
          <p:cNvPicPr>
            <a:picLocks noChangeAspect="1"/>
          </p:cNvPicPr>
          <p:nvPr/>
        </p:nvPicPr>
        <p:blipFill rotWithShape="1">
          <a:blip r:embed="rId3">
            <a:extLst>
              <a:ext uri="{28A0092B-C50C-407E-A947-70E740481C1C}">
                <a14:useLocalDpi xmlns:a14="http://schemas.microsoft.com/office/drawing/2010/main" val="0"/>
              </a:ext>
            </a:extLst>
          </a:blip>
          <a:srcRect l="9271" b="6950"/>
          <a:stretch/>
        </p:blipFill>
        <p:spPr>
          <a:xfrm>
            <a:off x="7456785" y="463941"/>
            <a:ext cx="2901552" cy="2904591"/>
          </a:xfrm>
          <a:prstGeom prst="rect">
            <a:avLst/>
          </a:prstGeom>
        </p:spPr>
      </p:pic>
      <p:sp>
        <p:nvSpPr>
          <p:cNvPr id="11" name="Marcador de texto 4">
            <a:extLst>
              <a:ext uri="{FF2B5EF4-FFF2-40B4-BE49-F238E27FC236}">
                <a16:creationId xmlns:a16="http://schemas.microsoft.com/office/drawing/2014/main" id="{BB9C0821-1470-972D-FEEA-1B0D7E3727A9}"/>
              </a:ext>
            </a:extLst>
          </p:cNvPr>
          <p:cNvSpPr txBox="1">
            <a:spLocks/>
          </p:cNvSpPr>
          <p:nvPr/>
        </p:nvSpPr>
        <p:spPr>
          <a:xfrm>
            <a:off x="5586689" y="3735374"/>
            <a:ext cx="6605311" cy="179466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Segoe UI Semibold" panose="020B0702040204020203" pitchFamily="34" charset="0"/>
                <a:ea typeface="+mn-ea"/>
                <a:cs typeface="Segoe UI Semibold" panose="020B0702040204020203" pitchFamily="34" charset="0"/>
              </a:rPr>
              <a:t>Demo #2: Agents in OneDrive (&amp; SharePoint)</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8" descr="Minion clipart transparent background, Minion transparent background  Transparent FREE for download on WebStockReview 2021">
            <a:extLst>
              <a:ext uri="{FF2B5EF4-FFF2-40B4-BE49-F238E27FC236}">
                <a16:creationId xmlns:a16="http://schemas.microsoft.com/office/drawing/2014/main" id="{1910AE10-771D-DF02-6604-827A95131A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08794"/>
            <a:ext cx="5057590" cy="5919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7362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AD53077-BBFB-5AEA-E26A-1854FE3BAA86}"/>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F37628EF-677D-67D8-C73C-44582D489A50}"/>
              </a:ext>
            </a:extLst>
          </p:cNvPr>
          <p:cNvSpPr txBox="1"/>
          <p:nvPr/>
        </p:nvSpPr>
        <p:spPr>
          <a:xfrm>
            <a:off x="448093" y="2539363"/>
            <a:ext cx="11079877" cy="2081215"/>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AI Actions for SharePoint Sites</a:t>
            </a: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extLst>
      <p:ext uri="{BB962C8B-B14F-4D97-AF65-F5344CB8AC3E}">
        <p14:creationId xmlns:p14="http://schemas.microsoft.com/office/powerpoint/2010/main" val="2539238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B9E6364-89CD-B986-F991-FFAD9261FF66}"/>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B841F4CF-23E2-E910-2444-215FDC6BCA57}"/>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rPr>
              <a:t>AI Actions for SharePoint Actions</a:t>
            </a:r>
            <a:endParaRPr kumimoji="0" lang="en-US" sz="16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endParaRPr>
          </a:p>
        </p:txBody>
      </p:sp>
      <p:sp>
        <p:nvSpPr>
          <p:cNvPr id="5" name="Slide Number Placeholder 4">
            <a:extLst>
              <a:ext uri="{FF2B5EF4-FFF2-40B4-BE49-F238E27FC236}">
                <a16:creationId xmlns:a16="http://schemas.microsoft.com/office/drawing/2014/main" id="{F565F07D-CED1-EC04-FD73-66125C1D918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889C5C-8171-4CA3-86B1-670B90C02708}"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2" name="Callout: Down Arrow 11">
            <a:extLst>
              <a:ext uri="{FF2B5EF4-FFF2-40B4-BE49-F238E27FC236}">
                <a16:creationId xmlns:a16="http://schemas.microsoft.com/office/drawing/2014/main" id="{0BFD0580-5C63-DB70-E320-AACB146CEF3B}"/>
              </a:ext>
            </a:extLst>
          </p:cNvPr>
          <p:cNvSpPr/>
          <p:nvPr/>
        </p:nvSpPr>
        <p:spPr>
          <a:xfrm>
            <a:off x="1002691" y="2573162"/>
            <a:ext cx="7008898" cy="861391"/>
          </a:xfrm>
          <a:prstGeom prst="downArrowCallout">
            <a:avLst/>
          </a:prstGeom>
          <a:solidFill>
            <a:srgbClr val="C00000"/>
          </a:solidFill>
          <a:ln w="25400" cap="flat" cmpd="sng" algn="ctr">
            <a:solidFill>
              <a:srgbClr val="C00000"/>
            </a:solidFill>
            <a:prstDash val="solid"/>
          </a:ln>
          <a:effectLst/>
        </p:spPr>
        <p:txBody>
          <a:bodyPr rtlCol="0" anchor="ctr"/>
          <a:lstStyle/>
          <a:p>
            <a:pPr algn="ctr">
              <a:defRPr/>
            </a:pPr>
            <a:r>
              <a:rPr lang="en" b="1" dirty="0">
                <a:solidFill>
                  <a:prstClr val="white"/>
                </a:solidFill>
                <a:latin typeface="Aptos (Body)"/>
                <a:ea typeface="Open Sans" panose="020B0606030504020204" pitchFamily="34" charset="0"/>
                <a:cs typeface="Segoe UI Semibold" panose="020B0702040204020203" pitchFamily="34" charset="0"/>
              </a:rPr>
              <a:t>Key features</a:t>
            </a:r>
            <a:endParaRPr lang="en-US" b="1" dirty="0">
              <a:solidFill>
                <a:prstClr val="white"/>
              </a:solidFill>
              <a:latin typeface="Aptos (Body)"/>
              <a:ea typeface="Open Sans" panose="020B0606030504020204" pitchFamily="34" charset="0"/>
              <a:cs typeface="Segoe UI Semibold" panose="020B0702040204020203" pitchFamily="34" charset="0"/>
            </a:endParaRPr>
          </a:p>
        </p:txBody>
      </p:sp>
      <p:sp>
        <p:nvSpPr>
          <p:cNvPr id="13" name="Rectangle 12">
            <a:extLst>
              <a:ext uri="{FF2B5EF4-FFF2-40B4-BE49-F238E27FC236}">
                <a16:creationId xmlns:a16="http://schemas.microsoft.com/office/drawing/2014/main" id="{6BD64381-BBCC-BD34-43F9-C184A1F9519A}"/>
              </a:ext>
            </a:extLst>
          </p:cNvPr>
          <p:cNvSpPr/>
          <p:nvPr/>
        </p:nvSpPr>
        <p:spPr>
          <a:xfrm>
            <a:off x="1002691" y="3474589"/>
            <a:ext cx="7008898" cy="731520"/>
          </a:xfrm>
          <a:prstGeom prst="rect">
            <a:avLst/>
          </a:prstGeom>
          <a:solidFill>
            <a:srgbClr val="00B0F0"/>
          </a:solidFill>
          <a:ln w="25400" cap="flat" cmpd="sng" algn="ctr">
            <a:noFill/>
            <a:prstDash val="solid"/>
          </a:ln>
          <a:effectLst/>
        </p:spPr>
        <p:txBody>
          <a:bodyPr rtlCol="0" anchor="ctr"/>
          <a:lstStyle/>
          <a:p>
            <a:pPr algn="ctr"/>
            <a:r>
              <a:rPr lang="en" sz="1600" dirty="0">
                <a:solidFill>
                  <a:prstClr val="white"/>
                </a:solidFill>
                <a:latin typeface="Aptos (Body)"/>
                <a:cs typeface="Segoe UI Semibold" panose="020B0702040204020203" pitchFamily="34" charset="0"/>
              </a:rPr>
              <a:t>Available in the Document Libraries command bar</a:t>
            </a:r>
          </a:p>
        </p:txBody>
      </p:sp>
      <p:sp>
        <p:nvSpPr>
          <p:cNvPr id="14" name="Rectangle 13">
            <a:extLst>
              <a:ext uri="{FF2B5EF4-FFF2-40B4-BE49-F238E27FC236}">
                <a16:creationId xmlns:a16="http://schemas.microsoft.com/office/drawing/2014/main" id="{7C654990-5F8D-59C2-D039-DFE6D311B102}"/>
              </a:ext>
            </a:extLst>
          </p:cNvPr>
          <p:cNvSpPr/>
          <p:nvPr/>
        </p:nvSpPr>
        <p:spPr>
          <a:xfrm>
            <a:off x="1002691" y="4298576"/>
            <a:ext cx="7008898" cy="731520"/>
          </a:xfrm>
          <a:prstGeom prst="rect">
            <a:avLst/>
          </a:prstGeom>
          <a:solidFill>
            <a:srgbClr val="00B0F0"/>
          </a:solidFill>
          <a:ln w="25400" cap="flat" cmpd="sng" algn="ctr">
            <a:noFill/>
            <a:prstDash val="solid"/>
          </a:ln>
          <a:effectLst/>
        </p:spPr>
        <p:txBody>
          <a:bodyPr rtlCol="0" anchor="ctr"/>
          <a:lstStyle/>
          <a:p>
            <a:pPr algn="ctr"/>
            <a:r>
              <a:rPr lang="en-US" sz="1600" dirty="0">
                <a:solidFill>
                  <a:prstClr val="white"/>
                </a:solidFill>
                <a:latin typeface="Aptos (Body)"/>
                <a:cs typeface="Segoe UI Semibold" panose="020B0702040204020203" pitchFamily="34" charset="0"/>
              </a:rPr>
              <a:t>They mirror the same actions available in OneDrive to enhance productivity when interacting with files through natural language prompts</a:t>
            </a:r>
            <a:endParaRPr lang="en" sz="1600" dirty="0">
              <a:solidFill>
                <a:prstClr val="white"/>
              </a:solidFill>
              <a:latin typeface="Aptos (Body)"/>
              <a:cs typeface="Segoe UI Semibold" panose="020B0702040204020203" pitchFamily="34" charset="0"/>
            </a:endParaRPr>
          </a:p>
        </p:txBody>
      </p:sp>
      <p:sp>
        <p:nvSpPr>
          <p:cNvPr id="16" name="Elipse 7">
            <a:extLst>
              <a:ext uri="{FF2B5EF4-FFF2-40B4-BE49-F238E27FC236}">
                <a16:creationId xmlns:a16="http://schemas.microsoft.com/office/drawing/2014/main" id="{1417E951-52F4-3C29-7425-9716B8117258}"/>
              </a:ext>
            </a:extLst>
          </p:cNvPr>
          <p:cNvSpPr/>
          <p:nvPr/>
        </p:nvSpPr>
        <p:spPr>
          <a:xfrm>
            <a:off x="433631" y="3657469"/>
            <a:ext cx="365760" cy="365760"/>
          </a:xfrm>
          <a:prstGeom prst="ellipse">
            <a:avLst/>
          </a:prstGeom>
          <a:solidFill>
            <a:srgbClr val="C00000"/>
          </a:solidFill>
          <a:ln w="19050" cap="flat" cmpd="sng" algn="ctr">
            <a:noFill/>
            <a:prstDash val="solid"/>
            <a:miter lim="800000"/>
          </a:ln>
          <a:effectLst>
            <a:innerShdw blurRad="63500" dist="50800" dir="54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 sz="1600" b="1" i="0" u="none" strike="noStrike" kern="0" cap="none" spc="0" normalizeH="0" baseline="0" noProof="0" dirty="0">
                <a:ln>
                  <a:noFill/>
                </a:ln>
                <a:solidFill>
                  <a:srgbClr val="FFFFFF"/>
                </a:solidFill>
                <a:effectLst/>
                <a:uLnTx/>
                <a:uFillTx/>
                <a:latin typeface="Aptos (Body)"/>
                <a:ea typeface="+mn-ea"/>
                <a:cs typeface="Segoe UI Semibold" panose="020B0702040204020203" pitchFamily="34" charset="0"/>
              </a:rPr>
              <a:t>1</a:t>
            </a:r>
          </a:p>
        </p:txBody>
      </p:sp>
      <p:sp>
        <p:nvSpPr>
          <p:cNvPr id="17" name="Elipse 7">
            <a:extLst>
              <a:ext uri="{FF2B5EF4-FFF2-40B4-BE49-F238E27FC236}">
                <a16:creationId xmlns:a16="http://schemas.microsoft.com/office/drawing/2014/main" id="{5CE49436-8A13-6C77-1F88-954DC7C1086B}"/>
              </a:ext>
            </a:extLst>
          </p:cNvPr>
          <p:cNvSpPr/>
          <p:nvPr/>
        </p:nvSpPr>
        <p:spPr>
          <a:xfrm>
            <a:off x="413457" y="4481456"/>
            <a:ext cx="365760" cy="365760"/>
          </a:xfrm>
          <a:prstGeom prst="ellipse">
            <a:avLst/>
          </a:prstGeom>
          <a:solidFill>
            <a:srgbClr val="C00000"/>
          </a:solidFill>
          <a:ln w="19050" cap="flat" cmpd="sng" algn="ctr">
            <a:noFill/>
            <a:prstDash val="solid"/>
            <a:miter lim="800000"/>
          </a:ln>
          <a:effectLst>
            <a:innerShdw blurRad="63500" dist="50800" dir="54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 sz="1600" b="1" i="0" u="none" strike="noStrike" kern="0" cap="none" spc="0" normalizeH="0" baseline="0" noProof="0" dirty="0">
                <a:ln>
                  <a:noFill/>
                </a:ln>
                <a:solidFill>
                  <a:srgbClr val="FFFFFF"/>
                </a:solidFill>
                <a:effectLst/>
                <a:uLnTx/>
                <a:uFillTx/>
                <a:latin typeface="Aptos (Body)"/>
                <a:ea typeface="+mn-ea"/>
                <a:cs typeface="Segoe UI Semibold" panose="020B0702040204020203" pitchFamily="34" charset="0"/>
              </a:rPr>
              <a:t>2</a:t>
            </a:r>
          </a:p>
        </p:txBody>
      </p:sp>
      <p:pic>
        <p:nvPicPr>
          <p:cNvPr id="19" name="Picture 18">
            <a:extLst>
              <a:ext uri="{FF2B5EF4-FFF2-40B4-BE49-F238E27FC236}">
                <a16:creationId xmlns:a16="http://schemas.microsoft.com/office/drawing/2014/main" id="{0B7AD728-1F1E-12C7-D46A-36515F965119}"/>
              </a:ext>
            </a:extLst>
          </p:cNvPr>
          <p:cNvPicPr>
            <a:picLocks noChangeAspect="1"/>
          </p:cNvPicPr>
          <p:nvPr/>
        </p:nvPicPr>
        <p:blipFill>
          <a:blip r:embed="rId3"/>
          <a:stretch>
            <a:fillRect/>
          </a:stretch>
        </p:blipFill>
        <p:spPr>
          <a:xfrm>
            <a:off x="8672285" y="2253176"/>
            <a:ext cx="3032143" cy="3032143"/>
          </a:xfrm>
          <a:prstGeom prst="rect">
            <a:avLst/>
          </a:prstGeom>
          <a:ln>
            <a:noFill/>
          </a:ln>
          <a:effectLst>
            <a:outerShdw blurRad="292100" dist="139700" dir="2700000" algn="tl" rotWithShape="0">
              <a:srgbClr val="333333">
                <a:alpha val="65000"/>
              </a:srgbClr>
            </a:outerShdw>
          </a:effectLst>
        </p:spPr>
      </p:pic>
      <p:sp>
        <p:nvSpPr>
          <p:cNvPr id="2" name="Rectangle 1">
            <a:extLst>
              <a:ext uri="{FF2B5EF4-FFF2-40B4-BE49-F238E27FC236}">
                <a16:creationId xmlns:a16="http://schemas.microsoft.com/office/drawing/2014/main" id="{2A06402A-E5FA-FB55-E622-6A3C249CB802}"/>
              </a:ext>
            </a:extLst>
          </p:cNvPr>
          <p:cNvSpPr/>
          <p:nvPr/>
        </p:nvSpPr>
        <p:spPr>
          <a:xfrm>
            <a:off x="1002691" y="5122563"/>
            <a:ext cx="7008898" cy="731520"/>
          </a:xfrm>
          <a:prstGeom prst="rect">
            <a:avLst/>
          </a:prstGeom>
          <a:solidFill>
            <a:srgbClr val="00B0F0"/>
          </a:solidFill>
          <a:ln w="25400" cap="flat" cmpd="sng" algn="ctr">
            <a:noFill/>
            <a:prstDash val="solid"/>
          </a:ln>
          <a:effectLst/>
        </p:spPr>
        <p:txBody>
          <a:bodyPr rtlCol="0" anchor="ctr"/>
          <a:lstStyle/>
          <a:p>
            <a:pPr algn="ctr"/>
            <a:r>
              <a:rPr lang="en-US" sz="1600" dirty="0">
                <a:solidFill>
                  <a:prstClr val="white"/>
                </a:solidFill>
                <a:latin typeface="Aptos (Body)"/>
                <a:cs typeface="Segoe UI Semibold" panose="020B0702040204020203" pitchFamily="34" charset="0"/>
              </a:rPr>
              <a:t>The use cases and scenarios are the same ones we have in OneDrive for Business</a:t>
            </a:r>
            <a:endParaRPr lang="en" sz="1600" dirty="0">
              <a:solidFill>
                <a:prstClr val="white"/>
              </a:solidFill>
              <a:latin typeface="Aptos (Body)"/>
              <a:cs typeface="Segoe UI Semibold" panose="020B0702040204020203" pitchFamily="34" charset="0"/>
            </a:endParaRPr>
          </a:p>
        </p:txBody>
      </p:sp>
      <p:sp>
        <p:nvSpPr>
          <p:cNvPr id="3" name="Elipse 7">
            <a:extLst>
              <a:ext uri="{FF2B5EF4-FFF2-40B4-BE49-F238E27FC236}">
                <a16:creationId xmlns:a16="http://schemas.microsoft.com/office/drawing/2014/main" id="{36B3CEF3-91C7-6695-28F1-7623D1ABC3B2}"/>
              </a:ext>
            </a:extLst>
          </p:cNvPr>
          <p:cNvSpPr/>
          <p:nvPr/>
        </p:nvSpPr>
        <p:spPr>
          <a:xfrm>
            <a:off x="433631" y="5305443"/>
            <a:ext cx="365760" cy="365760"/>
          </a:xfrm>
          <a:prstGeom prst="ellipse">
            <a:avLst/>
          </a:prstGeom>
          <a:solidFill>
            <a:srgbClr val="C00000"/>
          </a:solidFill>
          <a:ln w="19050" cap="flat" cmpd="sng" algn="ctr">
            <a:noFill/>
            <a:prstDash val="solid"/>
            <a:miter lim="800000"/>
          </a:ln>
          <a:effectLst>
            <a:innerShdw blurRad="63500" dist="50800" dir="54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 sz="1600" b="1" i="0" u="none" strike="noStrike" kern="0" cap="none" spc="0" normalizeH="0" baseline="0" noProof="0" dirty="0">
                <a:ln>
                  <a:noFill/>
                </a:ln>
                <a:solidFill>
                  <a:srgbClr val="FFFFFF"/>
                </a:solidFill>
                <a:effectLst/>
                <a:uLnTx/>
                <a:uFillTx/>
                <a:latin typeface="Aptos (Body)"/>
                <a:ea typeface="+mn-ea"/>
                <a:cs typeface="Segoe UI Semibold" panose="020B0702040204020203" pitchFamily="34" charset="0"/>
              </a:rPr>
              <a:t>3</a:t>
            </a:r>
          </a:p>
        </p:txBody>
      </p:sp>
    </p:spTree>
    <p:extLst>
      <p:ext uri="{BB962C8B-B14F-4D97-AF65-F5344CB8AC3E}">
        <p14:creationId xmlns:p14="http://schemas.microsoft.com/office/powerpoint/2010/main" val="2164493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646035E-4761-181E-911C-286AD65CB47D}"/>
            </a:ext>
          </a:extLst>
        </p:cNvPr>
        <p:cNvGrpSpPr/>
        <p:nvPr/>
      </p:nvGrpSpPr>
      <p:grpSpPr>
        <a:xfrm>
          <a:off x="0" y="0"/>
          <a:ext cx="0" cy="0"/>
          <a:chOff x="0" y="0"/>
          <a:chExt cx="0" cy="0"/>
        </a:xfrm>
      </p:grpSpPr>
      <p:pic>
        <p:nvPicPr>
          <p:cNvPr id="10" name="Imagen 2">
            <a:extLst>
              <a:ext uri="{FF2B5EF4-FFF2-40B4-BE49-F238E27FC236}">
                <a16:creationId xmlns:a16="http://schemas.microsoft.com/office/drawing/2014/main" id="{9A0F8265-CE8E-3D73-3977-ED4473E9C939}"/>
              </a:ext>
            </a:extLst>
          </p:cNvPr>
          <p:cNvPicPr>
            <a:picLocks noChangeAspect="1"/>
          </p:cNvPicPr>
          <p:nvPr/>
        </p:nvPicPr>
        <p:blipFill rotWithShape="1">
          <a:blip r:embed="rId3">
            <a:extLst>
              <a:ext uri="{28A0092B-C50C-407E-A947-70E740481C1C}">
                <a14:useLocalDpi xmlns:a14="http://schemas.microsoft.com/office/drawing/2010/main" val="0"/>
              </a:ext>
            </a:extLst>
          </a:blip>
          <a:srcRect l="9271" b="6950"/>
          <a:stretch/>
        </p:blipFill>
        <p:spPr>
          <a:xfrm>
            <a:off x="7456785" y="463941"/>
            <a:ext cx="2901552" cy="2904591"/>
          </a:xfrm>
          <a:prstGeom prst="rect">
            <a:avLst/>
          </a:prstGeom>
        </p:spPr>
      </p:pic>
      <p:sp>
        <p:nvSpPr>
          <p:cNvPr id="11" name="Marcador de texto 4">
            <a:extLst>
              <a:ext uri="{FF2B5EF4-FFF2-40B4-BE49-F238E27FC236}">
                <a16:creationId xmlns:a16="http://schemas.microsoft.com/office/drawing/2014/main" id="{C3392679-EE9C-67F7-AA29-A0D96C998714}"/>
              </a:ext>
            </a:extLst>
          </p:cNvPr>
          <p:cNvSpPr txBox="1">
            <a:spLocks/>
          </p:cNvSpPr>
          <p:nvPr/>
        </p:nvSpPr>
        <p:spPr>
          <a:xfrm>
            <a:off x="5586689" y="3735374"/>
            <a:ext cx="6605311" cy="179466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Segoe UI Semibold" panose="020B0702040204020203" pitchFamily="34" charset="0"/>
                <a:ea typeface="+mn-ea"/>
                <a:cs typeface="Segoe UI Semibold" panose="020B0702040204020203" pitchFamily="34" charset="0"/>
              </a:rPr>
              <a:t>Demo #3: AI Actions for SharePoint Sites</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8" descr="Minion clipart transparent background, Minion transparent background  Transparent FREE for download on WebStockReview 2021">
            <a:extLst>
              <a:ext uri="{FF2B5EF4-FFF2-40B4-BE49-F238E27FC236}">
                <a16:creationId xmlns:a16="http://schemas.microsoft.com/office/drawing/2014/main" id="{46577195-B206-E19D-6DB7-531D7DC1DF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08794"/>
            <a:ext cx="5057590" cy="5919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58717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2D25AD8-B218-FD90-70A3-8B7E8607E28E}"/>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23DDF4BD-5807-2163-59DD-5B357FFF8876}"/>
              </a:ext>
            </a:extLst>
          </p:cNvPr>
          <p:cNvSpPr txBox="1"/>
          <p:nvPr/>
        </p:nvSpPr>
        <p:spPr>
          <a:xfrm>
            <a:off x="448093" y="2539363"/>
            <a:ext cx="11079877" cy="2081215"/>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Prerequisites for Copilot in OneDrive and AI Actions for SharePoint Sites</a:t>
            </a: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extLst>
      <p:ext uri="{BB962C8B-B14F-4D97-AF65-F5344CB8AC3E}">
        <p14:creationId xmlns:p14="http://schemas.microsoft.com/office/powerpoint/2010/main" val="3851091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B11B8C0-5CC8-AD85-9F88-9845378CA447}"/>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09C7FD79-E8A8-722E-8EEA-FBC79830DE86}"/>
              </a:ext>
            </a:extLst>
          </p:cNvPr>
          <p:cNvSpPr txBox="1"/>
          <p:nvPr/>
        </p:nvSpPr>
        <p:spPr>
          <a:xfrm>
            <a:off x="413457" y="281072"/>
            <a:ext cx="11521440" cy="965837"/>
          </a:xfrm>
          <a:prstGeom prst="rect">
            <a:avLst/>
          </a:prstGeom>
        </p:spPr>
        <p:txBody>
          <a:bodyPr wrap="none" rtlCol="0" anchor="ctr">
            <a:normAutofit fontScale="85000" lnSpcReduction="20000"/>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rPr>
              <a:t>Prerequisites for Copilot in OneDrive, OneDrive Agents</a:t>
            </a:r>
          </a:p>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rPr>
              <a:t> and AI Actions for SharePoint Sites</a:t>
            </a:r>
            <a:endParaRPr lang="en-US" sz="1600" dirty="0">
              <a:solidFill>
                <a:srgbClr val="E7E6E6"/>
              </a:solidFill>
              <a:latin typeface="Segoe UI Semibold" panose="020B0702040204020203" pitchFamily="34" charset="0"/>
              <a:cs typeface="Segoe UI Semibold" panose="020B0702040204020203" pitchFamily="34" charset="0"/>
            </a:endParaRPr>
          </a:p>
        </p:txBody>
      </p:sp>
      <p:sp>
        <p:nvSpPr>
          <p:cNvPr id="5" name="Slide Number Placeholder 4">
            <a:extLst>
              <a:ext uri="{FF2B5EF4-FFF2-40B4-BE49-F238E27FC236}">
                <a16:creationId xmlns:a16="http://schemas.microsoft.com/office/drawing/2014/main" id="{472BB91D-0D50-3717-6B32-701025859AC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889C5C-8171-4CA3-86B1-670B90C02708}"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2D97B797-8BE5-EEBA-9B03-786CBE815A5F}"/>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0167" y="2022962"/>
            <a:ext cx="1231666" cy="1231666"/>
          </a:xfrm>
          <a:prstGeom prst="rect">
            <a:avLst/>
          </a:prstGeom>
        </p:spPr>
      </p:pic>
      <p:sp>
        <p:nvSpPr>
          <p:cNvPr id="3" name="Rectangle: Rounded Corners 36">
            <a:extLst>
              <a:ext uri="{FF2B5EF4-FFF2-40B4-BE49-F238E27FC236}">
                <a16:creationId xmlns:a16="http://schemas.microsoft.com/office/drawing/2014/main" id="{27B3AC27-8B4B-8CF9-6467-E2E632D34981}"/>
              </a:ext>
            </a:extLst>
          </p:cNvPr>
          <p:cNvSpPr/>
          <p:nvPr/>
        </p:nvSpPr>
        <p:spPr>
          <a:xfrm>
            <a:off x="1899429" y="4558589"/>
            <a:ext cx="3474720" cy="786384"/>
          </a:xfrm>
          <a:prstGeom prst="roundRect">
            <a:avLst>
              <a:gd name="adj" fmla="val 50000"/>
            </a:avLst>
          </a:prstGeom>
          <a:gradFill flip="none" rotWithShape="1">
            <a:gsLst>
              <a:gs pos="35000">
                <a:srgbClr val="225B62"/>
              </a:gs>
              <a:gs pos="10000">
                <a:srgbClr val="49C5B1"/>
              </a:gs>
            </a:gsLst>
            <a:path path="circle">
              <a:fillToRect l="100000" t="100000"/>
            </a:path>
            <a:tileRect r="-100000" b="-100000"/>
          </a:gradFill>
          <a:ln>
            <a:noFill/>
            <a:headEnd type="none" w="med" len="med"/>
            <a:tailEnd type="none" w="med" len="med"/>
          </a:ln>
          <a:effectLst>
            <a:outerShdw blurRad="63500" dist="127000" dir="2700000" algn="tl"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spAutoFit/>
          </a:bodyPr>
          <a:lstStyle/>
          <a:p>
            <a:pPr algn="ctr" defTabSz="491019" fontAlgn="base">
              <a:spcBef>
                <a:spcPct val="0"/>
              </a:spcBef>
              <a:spcAft>
                <a:spcPct val="0"/>
              </a:spcAft>
            </a:pPr>
            <a:r>
              <a:rPr lang="en" sz="1600" b="1" dirty="0">
                <a:solidFill>
                  <a:schemeClr val="bg1"/>
                </a:solidFill>
                <a:latin typeface="Segoe UI" panose="020B0502040204020203" pitchFamily="34" charset="0"/>
                <a:cs typeface="Segoe UI" panose="020B0502040204020203" pitchFamily="34" charset="0"/>
              </a:rPr>
              <a:t>Microsoft 365 Copilot licenses</a:t>
            </a:r>
            <a:endParaRPr lang="es-ES" sz="1600" b="1" dirty="0">
              <a:solidFill>
                <a:schemeClr val="bg1"/>
              </a:solidFill>
              <a:latin typeface="Segoe UI" panose="020B0502040204020203" pitchFamily="34" charset="0"/>
              <a:cs typeface="Segoe UI" panose="020B0502040204020203" pitchFamily="34" charset="0"/>
            </a:endParaRPr>
          </a:p>
        </p:txBody>
      </p:sp>
      <p:sp>
        <p:nvSpPr>
          <p:cNvPr id="4" name="Rectangle: Rounded Corners 36">
            <a:extLst>
              <a:ext uri="{FF2B5EF4-FFF2-40B4-BE49-F238E27FC236}">
                <a16:creationId xmlns:a16="http://schemas.microsoft.com/office/drawing/2014/main" id="{55763134-EDE3-1AFA-6862-CE9D78DCF284}"/>
              </a:ext>
            </a:extLst>
          </p:cNvPr>
          <p:cNvSpPr/>
          <p:nvPr/>
        </p:nvSpPr>
        <p:spPr>
          <a:xfrm>
            <a:off x="6603702" y="4558589"/>
            <a:ext cx="3474720" cy="786384"/>
          </a:xfrm>
          <a:prstGeom prst="roundRect">
            <a:avLst>
              <a:gd name="adj" fmla="val 50000"/>
            </a:avLst>
          </a:prstGeom>
          <a:gradFill flip="none" rotWithShape="1">
            <a:gsLst>
              <a:gs pos="35000">
                <a:srgbClr val="225B62"/>
              </a:gs>
              <a:gs pos="10000">
                <a:srgbClr val="49C5B1"/>
              </a:gs>
            </a:gsLst>
            <a:path path="circle">
              <a:fillToRect l="100000" t="100000"/>
            </a:path>
            <a:tileRect r="-100000" b="-100000"/>
          </a:gradFill>
          <a:ln>
            <a:noFill/>
            <a:headEnd type="none" w="med" len="med"/>
            <a:tailEnd type="none" w="med" len="med"/>
          </a:ln>
          <a:effectLst>
            <a:outerShdw blurRad="63500" dist="127000" dir="2700000" algn="tl" rotWithShape="0">
              <a:prstClr val="black">
                <a:alpha val="5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ctr" anchorCtr="0" forceAA="0" compatLnSpc="1">
            <a:prstTxWarp prst="textNoShape">
              <a:avLst/>
            </a:prstTxWarp>
            <a:spAutoFit/>
          </a:bodyPr>
          <a:lstStyle/>
          <a:p>
            <a:pPr algn="ctr" defTabSz="491019" fontAlgn="base">
              <a:spcBef>
                <a:spcPct val="0"/>
              </a:spcBef>
              <a:spcAft>
                <a:spcPct val="0"/>
              </a:spcAft>
            </a:pPr>
            <a:r>
              <a:rPr lang="en" sz="1600" b="1" dirty="0">
                <a:solidFill>
                  <a:schemeClr val="bg1"/>
                </a:solidFill>
                <a:latin typeface="Segoe UI" panose="020B0502040204020203" pitchFamily="34" charset="0"/>
                <a:cs typeface="Segoe UI" panose="020B0502040204020203" pitchFamily="34" charset="0"/>
              </a:rPr>
              <a:t>Set up Pay as You Go for Copilot Agents</a:t>
            </a:r>
            <a:endParaRPr lang="es-ES" sz="1600" b="1" dirty="0">
              <a:solidFill>
                <a:schemeClr val="bg1"/>
              </a:solidFill>
              <a:latin typeface="Segoe UI" panose="020B0502040204020203" pitchFamily="34" charset="0"/>
              <a:cs typeface="Segoe UI" panose="020B0502040204020203" pitchFamily="34" charset="0"/>
            </a:endParaRPr>
          </a:p>
        </p:txBody>
      </p:sp>
      <p:pic>
        <p:nvPicPr>
          <p:cNvPr id="6" name="Picture 2" descr="Copilot">
            <a:extLst>
              <a:ext uri="{FF2B5EF4-FFF2-40B4-BE49-F238E27FC236}">
                <a16:creationId xmlns:a16="http://schemas.microsoft.com/office/drawing/2014/main" id="{F2543E9D-5383-B699-A143-40693B7FE6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6709" y="3054947"/>
            <a:ext cx="1280160" cy="128016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FAE88C69-6675-6034-B1C4-EFA3EA2C3B71}"/>
              </a:ext>
            </a:extLst>
          </p:cNvPr>
          <p:cNvPicPr>
            <a:picLocks noChangeAspect="1"/>
          </p:cNvPicPr>
          <p:nvPr/>
        </p:nvPicPr>
        <p:blipFill>
          <a:blip r:embed="rId5"/>
          <a:stretch>
            <a:fillRect/>
          </a:stretch>
        </p:blipFill>
        <p:spPr>
          <a:xfrm>
            <a:off x="7674236" y="3054947"/>
            <a:ext cx="1280160" cy="1280160"/>
          </a:xfrm>
          <a:prstGeom prst="rect">
            <a:avLst/>
          </a:prstGeom>
        </p:spPr>
      </p:pic>
      <p:sp>
        <p:nvSpPr>
          <p:cNvPr id="7" name="Multiplication Sign 6">
            <a:extLst>
              <a:ext uri="{FF2B5EF4-FFF2-40B4-BE49-F238E27FC236}">
                <a16:creationId xmlns:a16="http://schemas.microsoft.com/office/drawing/2014/main" id="{6622FCE1-6CCA-1D8D-A7A4-A89BAE6DEF12}"/>
              </a:ext>
            </a:extLst>
          </p:cNvPr>
          <p:cNvSpPr/>
          <p:nvPr/>
        </p:nvSpPr>
        <p:spPr>
          <a:xfrm>
            <a:off x="5892849" y="2784246"/>
            <a:ext cx="4842933" cy="3101722"/>
          </a:xfrm>
          <a:prstGeom prst="mathMultiply">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1166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000"/>
                                        <p:tgtEl>
                                          <p:spTgt spid="4"/>
                                        </p:tgtEl>
                                      </p:cBhvr>
                                    </p:animEffect>
                                    <p:anim calcmode="lin" valueType="num">
                                      <p:cBhvr>
                                        <p:cTn id="27" dur="1000" fill="hold"/>
                                        <p:tgtEl>
                                          <p:spTgt spid="4"/>
                                        </p:tgtEl>
                                        <p:attrNameLst>
                                          <p:attrName>ppt_x</p:attrName>
                                        </p:attrNameLst>
                                      </p:cBhvr>
                                      <p:tavLst>
                                        <p:tav tm="0">
                                          <p:val>
                                            <p:strVal val="#ppt_x"/>
                                          </p:val>
                                        </p:tav>
                                        <p:tav tm="100000">
                                          <p:val>
                                            <p:strVal val="#ppt_x"/>
                                          </p:val>
                                        </p:tav>
                                      </p:tavLst>
                                    </p:anim>
                                    <p:anim calcmode="lin" valueType="num">
                                      <p:cBhvr>
                                        <p:cTn id="28" dur="1000" fill="hold"/>
                                        <p:tgtEl>
                                          <p:spTgt spid="4"/>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1000"/>
                                        <p:tgtEl>
                                          <p:spTgt spid="7"/>
                                        </p:tgtEl>
                                      </p:cBhvr>
                                    </p:animEffect>
                                    <p:anim calcmode="lin" valueType="num">
                                      <p:cBhvr>
                                        <p:cTn id="39" dur="1000" fill="hold"/>
                                        <p:tgtEl>
                                          <p:spTgt spid="7"/>
                                        </p:tgtEl>
                                        <p:attrNameLst>
                                          <p:attrName>ppt_x</p:attrName>
                                        </p:attrNameLst>
                                      </p:cBhvr>
                                      <p:tavLst>
                                        <p:tav tm="0">
                                          <p:val>
                                            <p:strVal val="#ppt_x"/>
                                          </p:val>
                                        </p:tav>
                                        <p:tav tm="100000">
                                          <p:val>
                                            <p:strVal val="#ppt_x"/>
                                          </p:val>
                                        </p:tav>
                                      </p:tavLst>
                                    </p:anim>
                                    <p:anim calcmode="lin" valueType="num">
                                      <p:cBhvr>
                                        <p:cTn id="4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689F02A-6834-F3C4-B001-4B1B94D54867}"/>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361CC96D-5174-9AE0-14E8-5C406A37FD3A}"/>
              </a:ext>
            </a:extLst>
          </p:cNvPr>
          <p:cNvSpPr txBox="1"/>
          <p:nvPr/>
        </p:nvSpPr>
        <p:spPr>
          <a:xfrm>
            <a:off x="448093" y="2539363"/>
            <a:ext cx="11079877" cy="2081215"/>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Copilot in OneDrive and AI Actions for SharePoint Sites limits</a:t>
            </a: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extLst>
      <p:ext uri="{BB962C8B-B14F-4D97-AF65-F5344CB8AC3E}">
        <p14:creationId xmlns:p14="http://schemas.microsoft.com/office/powerpoint/2010/main" val="32602675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FC999EE-E82D-0049-2E54-FE726E429C7E}"/>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9AD02DD5-99D6-FF2C-0DB1-9941DA98874F}"/>
              </a:ext>
            </a:extLst>
          </p:cNvPr>
          <p:cNvSpPr txBox="1"/>
          <p:nvPr/>
        </p:nvSpPr>
        <p:spPr>
          <a:xfrm>
            <a:off x="413457" y="281072"/>
            <a:ext cx="11521440" cy="965837"/>
          </a:xfrm>
          <a:prstGeom prst="rect">
            <a:avLst/>
          </a:prstGeom>
        </p:spPr>
        <p:txBody>
          <a:bodyPr wrap="none" rtlCol="0" anchor="ctr">
            <a:normAutofit fontScale="85000" lnSpcReduction="20000"/>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rPr>
              <a:t>Copilot in OneDrive and AI Actions for SharePoint </a:t>
            </a:r>
          </a:p>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rPr>
              <a:t>Sites limits</a:t>
            </a:r>
            <a:endParaRPr kumimoji="0" lang="en-US" sz="16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endParaRPr>
          </a:p>
        </p:txBody>
      </p:sp>
      <p:sp>
        <p:nvSpPr>
          <p:cNvPr id="5" name="Slide Number Placeholder 4">
            <a:extLst>
              <a:ext uri="{FF2B5EF4-FFF2-40B4-BE49-F238E27FC236}">
                <a16:creationId xmlns:a16="http://schemas.microsoft.com/office/drawing/2014/main" id="{DBACB11F-CDFB-AC51-D335-582B7AC7551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889C5C-8171-4CA3-86B1-670B90C02708}"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Diagram 3">
            <a:extLst>
              <a:ext uri="{FF2B5EF4-FFF2-40B4-BE49-F238E27FC236}">
                <a16:creationId xmlns:a16="http://schemas.microsoft.com/office/drawing/2014/main" id="{DA345ECC-D626-43ED-CE47-8970CA66C98D}"/>
              </a:ext>
            </a:extLst>
          </p:cNvPr>
          <p:cNvGraphicFramePr/>
          <p:nvPr>
            <p:extLst>
              <p:ext uri="{D42A27DB-BD31-4B8C-83A1-F6EECF244321}">
                <p14:modId xmlns:p14="http://schemas.microsoft.com/office/powerpoint/2010/main" val="2166404465"/>
              </p:ext>
            </p:extLst>
          </p:nvPr>
        </p:nvGraphicFramePr>
        <p:xfrm>
          <a:off x="-75144" y="1589313"/>
          <a:ext cx="12267144" cy="48950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79784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CDE2550-7C6E-4A73-0EF7-8784E5EED380}"/>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FD00E6C0-1DD3-7B20-4F6D-0D2A9989F59E}"/>
              </a:ext>
            </a:extLst>
          </p:cNvPr>
          <p:cNvSpPr txBox="1"/>
          <p:nvPr/>
        </p:nvSpPr>
        <p:spPr>
          <a:xfrm>
            <a:off x="448093" y="2539363"/>
            <a:ext cx="11079877" cy="2081215"/>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lang="en-US" sz="2800" dirty="0">
                <a:solidFill>
                  <a:prstClr val="white"/>
                </a:solidFill>
                <a:latin typeface="Segoe UI Semibold" panose="020B0702040204020203" pitchFamily="34" charset="0"/>
                <a:cs typeface="Segoe UI Semibold" panose="020B0702040204020203" pitchFamily="34" charset="0"/>
              </a:rPr>
              <a:t>Roadmap</a:t>
            </a:r>
            <a:endParaRPr kumimoji="0" lang="en-US" sz="2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extLst>
      <p:ext uri="{BB962C8B-B14F-4D97-AF65-F5344CB8AC3E}">
        <p14:creationId xmlns:p14="http://schemas.microsoft.com/office/powerpoint/2010/main" val="626728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84B1647-CE8A-EA40-FDD0-4CD3A7ABD8B2}"/>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0CB1D382-B8E0-EB46-ACAC-E03C1A6E51A4}"/>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rPr>
              <a:t>Roadmap: Rolling out + In Development features</a:t>
            </a:r>
            <a:endParaRPr lang="en-US" sz="1600" dirty="0">
              <a:solidFill>
                <a:srgbClr val="E7E6E6"/>
              </a:solidFill>
              <a:latin typeface="Segoe UI Semibold" panose="020B0702040204020203" pitchFamily="34" charset="0"/>
              <a:cs typeface="Segoe UI Semibold" panose="020B0702040204020203" pitchFamily="34" charset="0"/>
            </a:endParaRPr>
          </a:p>
        </p:txBody>
      </p:sp>
      <p:sp>
        <p:nvSpPr>
          <p:cNvPr id="5" name="Slide Number Placeholder 4">
            <a:extLst>
              <a:ext uri="{FF2B5EF4-FFF2-40B4-BE49-F238E27FC236}">
                <a16:creationId xmlns:a16="http://schemas.microsoft.com/office/drawing/2014/main" id="{58B41543-6E1D-E5C2-CFFE-C0DD84C10C2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889C5C-8171-4CA3-86B1-670B90C02708}"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8" name="Picture 2" descr="user settings">
            <a:extLst>
              <a:ext uri="{FF2B5EF4-FFF2-40B4-BE49-F238E27FC236}">
                <a16:creationId xmlns:a16="http://schemas.microsoft.com/office/drawing/2014/main" id="{FB8A5812-3337-7843-8BEB-4377D8FA26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9584" y="1246909"/>
            <a:ext cx="6311506" cy="4815561"/>
          </a:xfrm>
          <a:prstGeom prst="rect">
            <a:avLst/>
          </a:prstGeom>
          <a:noFill/>
          <a:extLst>
            <a:ext uri="{909E8E84-426E-40DD-AFC4-6F175D3DCCD1}">
              <a14:hiddenFill xmlns:a14="http://schemas.microsoft.com/office/drawing/2010/main">
                <a:solidFill>
                  <a:srgbClr val="FFFFFF"/>
                </a:solidFill>
              </a14:hiddenFill>
            </a:ext>
          </a:extLst>
        </p:spPr>
      </p:pic>
      <p:sp>
        <p:nvSpPr>
          <p:cNvPr id="9" name="Speech Bubble: Rectangle with Corners Rounded 8">
            <a:extLst>
              <a:ext uri="{FF2B5EF4-FFF2-40B4-BE49-F238E27FC236}">
                <a16:creationId xmlns:a16="http://schemas.microsoft.com/office/drawing/2014/main" id="{7307B9B2-EC00-03FE-3A4F-8188FDFF7CEF}"/>
              </a:ext>
            </a:extLst>
          </p:cNvPr>
          <p:cNvSpPr/>
          <p:nvPr/>
        </p:nvSpPr>
        <p:spPr>
          <a:xfrm>
            <a:off x="4092606" y="5805018"/>
            <a:ext cx="2547892" cy="841953"/>
          </a:xfrm>
          <a:prstGeom prst="wedgeRoundRectCallout">
            <a:avLst>
              <a:gd name="adj1" fmla="val -8012"/>
              <a:gd name="adj2" fmla="val -64345"/>
              <a:gd name="adj3" fmla="val 16667"/>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noProof="0" dirty="0"/>
              <a:t>Copilot Floating button in the universal file viewer</a:t>
            </a:r>
          </a:p>
        </p:txBody>
      </p:sp>
    </p:spTree>
    <p:extLst>
      <p:ext uri="{BB962C8B-B14F-4D97-AF65-F5344CB8AC3E}">
        <p14:creationId xmlns:p14="http://schemas.microsoft.com/office/powerpoint/2010/main" val="11443353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5742763-31AC-90F0-47D3-2BE8F9A1AE28}"/>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5817A487-EDBF-0EF3-5267-AB0D731C7A35}"/>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rPr>
              <a:t>Roadmap: Rolling out + In Development features</a:t>
            </a:r>
            <a:endParaRPr lang="en-US" sz="1600" dirty="0">
              <a:solidFill>
                <a:srgbClr val="E7E6E6"/>
              </a:solidFill>
              <a:latin typeface="Segoe UI Semibold" panose="020B0702040204020203" pitchFamily="34" charset="0"/>
              <a:cs typeface="Segoe UI Semibold" panose="020B0702040204020203" pitchFamily="34" charset="0"/>
            </a:endParaRPr>
          </a:p>
        </p:txBody>
      </p:sp>
      <p:sp>
        <p:nvSpPr>
          <p:cNvPr id="5" name="Slide Number Placeholder 4">
            <a:extLst>
              <a:ext uri="{FF2B5EF4-FFF2-40B4-BE49-F238E27FC236}">
                <a16:creationId xmlns:a16="http://schemas.microsoft.com/office/drawing/2014/main" id="{A477A31B-A4CE-DF9F-FAB2-E6FEBC87BA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889C5C-8171-4CA3-86B1-670B90C02708}"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D32BCD04-AE27-4BDB-A0C9-AFF8FCEC6DB4}"/>
              </a:ext>
            </a:extLst>
          </p:cNvPr>
          <p:cNvPicPr>
            <a:picLocks noChangeAspect="1"/>
          </p:cNvPicPr>
          <p:nvPr/>
        </p:nvPicPr>
        <p:blipFill>
          <a:blip r:embed="rId3"/>
          <a:stretch>
            <a:fillRect/>
          </a:stretch>
        </p:blipFill>
        <p:spPr>
          <a:xfrm>
            <a:off x="1235109" y="1129367"/>
            <a:ext cx="9878136" cy="5728633"/>
          </a:xfrm>
          <a:prstGeom prst="rect">
            <a:avLst/>
          </a:prstGeom>
        </p:spPr>
      </p:pic>
    </p:spTree>
    <p:extLst>
      <p:ext uri="{BB962C8B-B14F-4D97-AF65-F5344CB8AC3E}">
        <p14:creationId xmlns:p14="http://schemas.microsoft.com/office/powerpoint/2010/main" val="3987909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FB8BFE7-FB76-D7CF-A84B-43B27820E1DB}"/>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B50036F4-EEDD-D4F7-513D-36E3B8E24F9E}"/>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rPr>
              <a:t>Roadmap: Rolling out + In Development features</a:t>
            </a:r>
            <a:endParaRPr lang="en-US" sz="1600" dirty="0">
              <a:solidFill>
                <a:srgbClr val="E7E6E6"/>
              </a:solidFill>
              <a:latin typeface="Segoe UI Semibold" panose="020B0702040204020203" pitchFamily="34" charset="0"/>
              <a:cs typeface="Segoe UI Semibold" panose="020B0702040204020203" pitchFamily="34" charset="0"/>
            </a:endParaRPr>
          </a:p>
        </p:txBody>
      </p:sp>
      <p:sp>
        <p:nvSpPr>
          <p:cNvPr id="5" name="Slide Number Placeholder 4">
            <a:extLst>
              <a:ext uri="{FF2B5EF4-FFF2-40B4-BE49-F238E27FC236}">
                <a16:creationId xmlns:a16="http://schemas.microsoft.com/office/drawing/2014/main" id="{87751307-9E43-E063-A04B-7A37C954779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889C5C-8171-4CA3-86B1-670B90C02708}"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029658EC-C1D3-1E7B-22A2-45F714CB5E1B}"/>
              </a:ext>
            </a:extLst>
          </p:cNvPr>
          <p:cNvPicPr>
            <a:picLocks noChangeAspect="1"/>
          </p:cNvPicPr>
          <p:nvPr/>
        </p:nvPicPr>
        <p:blipFill>
          <a:blip r:embed="rId3"/>
          <a:stretch>
            <a:fillRect/>
          </a:stretch>
        </p:blipFill>
        <p:spPr>
          <a:xfrm>
            <a:off x="1195091" y="1117560"/>
            <a:ext cx="9958171" cy="5740440"/>
          </a:xfrm>
          <a:prstGeom prst="rect">
            <a:avLst/>
          </a:prstGeom>
        </p:spPr>
      </p:pic>
    </p:spTree>
    <p:extLst>
      <p:ext uri="{BB962C8B-B14F-4D97-AF65-F5344CB8AC3E}">
        <p14:creationId xmlns:p14="http://schemas.microsoft.com/office/powerpoint/2010/main" val="32731452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6F319BB-8B6A-A816-7722-AE3096FB3941}"/>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579C7970-7E79-F476-5EB0-C839B80FFF5A}"/>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rPr>
              <a:t>Roadmap: Rolling out + In Development features</a:t>
            </a:r>
            <a:endParaRPr lang="en-US" sz="1600" dirty="0">
              <a:solidFill>
                <a:srgbClr val="E7E6E6"/>
              </a:solidFill>
              <a:latin typeface="Segoe UI Semibold" panose="020B0702040204020203" pitchFamily="34" charset="0"/>
              <a:cs typeface="Segoe UI Semibold" panose="020B0702040204020203" pitchFamily="34" charset="0"/>
            </a:endParaRPr>
          </a:p>
        </p:txBody>
      </p:sp>
      <p:sp>
        <p:nvSpPr>
          <p:cNvPr id="5" name="Slide Number Placeholder 4">
            <a:extLst>
              <a:ext uri="{FF2B5EF4-FFF2-40B4-BE49-F238E27FC236}">
                <a16:creationId xmlns:a16="http://schemas.microsoft.com/office/drawing/2014/main" id="{C1A7B223-96DE-A331-2B97-C7B618812EA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889C5C-8171-4CA3-86B1-670B90C02708}"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B6E03A9E-7179-DF8A-134A-BD6463752E6A}"/>
              </a:ext>
            </a:extLst>
          </p:cNvPr>
          <p:cNvPicPr>
            <a:picLocks noChangeAspect="1"/>
          </p:cNvPicPr>
          <p:nvPr/>
        </p:nvPicPr>
        <p:blipFill>
          <a:blip r:embed="rId3"/>
          <a:stretch>
            <a:fillRect/>
          </a:stretch>
        </p:blipFill>
        <p:spPr>
          <a:xfrm>
            <a:off x="1195090" y="1091604"/>
            <a:ext cx="9958172" cy="5766396"/>
          </a:xfrm>
          <a:prstGeom prst="rect">
            <a:avLst/>
          </a:prstGeom>
        </p:spPr>
      </p:pic>
    </p:spTree>
    <p:extLst>
      <p:ext uri="{BB962C8B-B14F-4D97-AF65-F5344CB8AC3E}">
        <p14:creationId xmlns:p14="http://schemas.microsoft.com/office/powerpoint/2010/main" val="28565072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7E68BDD-4E46-1BBC-469A-19CBB6769B8B}"/>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E9A52DAD-5FC3-36CE-0C49-24A3CD369FF1}"/>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rPr>
              <a:t>Roadmap: Smarter search &amp; answers in OneDrive </a:t>
            </a:r>
            <a:endParaRPr lang="en-US" sz="1600" dirty="0">
              <a:solidFill>
                <a:srgbClr val="E7E6E6"/>
              </a:solidFill>
              <a:latin typeface="Segoe UI Semibold" panose="020B0702040204020203" pitchFamily="34" charset="0"/>
              <a:cs typeface="Segoe UI Semibold" panose="020B0702040204020203" pitchFamily="34" charset="0"/>
            </a:endParaRPr>
          </a:p>
        </p:txBody>
      </p:sp>
      <p:sp>
        <p:nvSpPr>
          <p:cNvPr id="5" name="Slide Number Placeholder 4">
            <a:extLst>
              <a:ext uri="{FF2B5EF4-FFF2-40B4-BE49-F238E27FC236}">
                <a16:creationId xmlns:a16="http://schemas.microsoft.com/office/drawing/2014/main" id="{132FE942-A415-9474-9C34-DAFDF97CF10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889C5C-8171-4CA3-86B1-670B90C02708}"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026" name="Picture 2">
            <a:extLst>
              <a:ext uri="{FF2B5EF4-FFF2-40B4-BE49-F238E27FC236}">
                <a16:creationId xmlns:a16="http://schemas.microsoft.com/office/drawing/2014/main" id="{410B7520-090D-2976-44C9-BF87C6FC12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1805" y="1091354"/>
            <a:ext cx="10128390" cy="5697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7235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E666EBF-3FFA-0D2A-3347-D2A763F72F63}"/>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3B97CF49-52F2-38AD-BDD8-EEC05C324360}"/>
              </a:ext>
            </a:extLst>
          </p:cNvPr>
          <p:cNvSpPr txBox="1"/>
          <p:nvPr/>
        </p:nvSpPr>
        <p:spPr>
          <a:xfrm>
            <a:off x="413457" y="281072"/>
            <a:ext cx="11521440" cy="965837"/>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rPr>
              <a:t>Roadmap: Researcher Agent integration</a:t>
            </a:r>
            <a:endParaRPr lang="en-US" sz="1600" dirty="0">
              <a:solidFill>
                <a:srgbClr val="E7E6E6"/>
              </a:solidFill>
              <a:latin typeface="Segoe UI Semibold" panose="020B0702040204020203" pitchFamily="34" charset="0"/>
              <a:cs typeface="Segoe UI Semibold" panose="020B0702040204020203" pitchFamily="34" charset="0"/>
            </a:endParaRPr>
          </a:p>
        </p:txBody>
      </p:sp>
      <p:sp>
        <p:nvSpPr>
          <p:cNvPr id="5" name="Slide Number Placeholder 4">
            <a:extLst>
              <a:ext uri="{FF2B5EF4-FFF2-40B4-BE49-F238E27FC236}">
                <a16:creationId xmlns:a16="http://schemas.microsoft.com/office/drawing/2014/main" id="{92D84D87-3AD6-7559-A4CD-947020D4F0A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889C5C-8171-4CA3-86B1-670B90C02708}"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2050" name="Picture 2">
            <a:extLst>
              <a:ext uri="{FF2B5EF4-FFF2-40B4-BE49-F238E27FC236}">
                <a16:creationId xmlns:a16="http://schemas.microsoft.com/office/drawing/2014/main" id="{2F35CAD9-1A21-3E69-2994-CF9DE0BC98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6439" y="1125105"/>
            <a:ext cx="9515475" cy="535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35861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8592935-68E1-31D8-B31F-E8A7466FC7E5}"/>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67293940-07A1-AB0F-67EA-FC13F0D5DE62}"/>
              </a:ext>
            </a:extLst>
          </p:cNvPr>
          <p:cNvSpPr txBox="1"/>
          <p:nvPr/>
        </p:nvSpPr>
        <p:spPr>
          <a:xfrm>
            <a:off x="448093" y="2539363"/>
            <a:ext cx="11079877" cy="2081215"/>
          </a:xfrm>
          <a:prstGeom prst="rect">
            <a:avLst/>
          </a:prstGeom>
        </p:spPr>
        <p:txBody>
          <a:bodyPr wrap="none" rtlCol="0" anchor="ctr">
            <a:normAutofit/>
          </a:bodyPr>
          <a:lstStyle/>
          <a:p>
            <a:pPr marL="0" marR="0" lvl="0" indent="0" algn="ctr" defTabSz="914389" rtl="0" eaLnBrk="1" fontAlgn="auto" latinLnBrk="0" hangingPunct="1">
              <a:lnSpc>
                <a:spcPct val="100000"/>
              </a:lnSpc>
              <a:spcBef>
                <a:spcPts val="0"/>
              </a:spcBef>
              <a:spcAft>
                <a:spcPts val="0"/>
              </a:spcAft>
              <a:buClrTx/>
              <a:buSzTx/>
              <a:buFontTx/>
              <a:buNone/>
              <a:tabLst/>
              <a:defRPr/>
            </a:pPr>
            <a:r>
              <a:rPr lang="en-US" sz="2800" dirty="0">
                <a:solidFill>
                  <a:prstClr val="white"/>
                </a:solidFill>
                <a:latin typeface="Segoe UI Semibold" panose="020B0702040204020203" pitchFamily="34" charset="0"/>
                <a:cs typeface="Segoe UI Semibold" panose="020B0702040204020203" pitchFamily="34" charset="0"/>
              </a:rPr>
              <a:t>Session Recap + References</a:t>
            </a:r>
            <a:endParaRPr kumimoji="0" lang="en-US" sz="28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0" marR="0" lvl="0" indent="0" algn="l" defTabSz="914389"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extLst>
      <p:ext uri="{BB962C8B-B14F-4D97-AF65-F5344CB8AC3E}">
        <p14:creationId xmlns:p14="http://schemas.microsoft.com/office/powerpoint/2010/main" val="38035007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66555D2-3919-2CBC-0F89-8E9F23DC9391}"/>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CDA9B385-2104-000C-B2C7-C559D862C44D}"/>
              </a:ext>
            </a:extLst>
          </p:cNvPr>
          <p:cNvSpPr txBox="1"/>
          <p:nvPr/>
        </p:nvSpPr>
        <p:spPr>
          <a:xfrm>
            <a:off x="413457" y="281072"/>
            <a:ext cx="8633561" cy="965837"/>
          </a:xfrm>
          <a:prstGeom prst="rect">
            <a:avLst/>
          </a:prstGeom>
        </p:spPr>
        <p:txBody>
          <a:bodyPr wrap="none" rtlCol="0" anchor="ctr">
            <a:normAutofit/>
          </a:bodyPr>
          <a:lstStyle/>
          <a:p>
            <a:pPr lvl="0" defTabSz="914389">
              <a:defRPr/>
            </a:pPr>
            <a:r>
              <a:rPr lang="en-US" sz="4000" noProof="0" dirty="0">
                <a:solidFill>
                  <a:srgbClr val="E7E6E6"/>
                </a:solidFill>
                <a:latin typeface="Segoe UI Semibold" panose="020B0702040204020203" pitchFamily="34" charset="0"/>
                <a:cs typeface="Segoe UI Semibold" panose="020B0702040204020203" pitchFamily="34" charset="0"/>
              </a:rPr>
              <a:t>Session Recap</a:t>
            </a:r>
            <a:endParaRPr lang="en-US" sz="1600" noProof="0" dirty="0">
              <a:solidFill>
                <a:srgbClr val="E7E6E6"/>
              </a:solidFill>
              <a:latin typeface="Segoe UI Semibold" panose="020B0702040204020203" pitchFamily="34" charset="0"/>
              <a:cs typeface="Segoe UI Semibold" panose="020B0702040204020203" pitchFamily="34" charset="0"/>
            </a:endParaRPr>
          </a:p>
        </p:txBody>
      </p:sp>
      <p:sp>
        <p:nvSpPr>
          <p:cNvPr id="23" name="Text Placeholder 4">
            <a:extLst>
              <a:ext uri="{FF2B5EF4-FFF2-40B4-BE49-F238E27FC236}">
                <a16:creationId xmlns:a16="http://schemas.microsoft.com/office/drawing/2014/main" id="{E9856B95-4E96-922D-B428-7AE79A8D85C3}"/>
              </a:ext>
            </a:extLst>
          </p:cNvPr>
          <p:cNvSpPr txBox="1">
            <a:spLocks/>
          </p:cNvSpPr>
          <p:nvPr/>
        </p:nvSpPr>
        <p:spPr>
          <a:xfrm>
            <a:off x="525234" y="1783669"/>
            <a:ext cx="11082566" cy="3970318"/>
          </a:xfrm>
          <a:prstGeom prst="rect">
            <a:avLst/>
          </a:prstGeom>
          <a:noFill/>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200" kern="1200" spc="0" baseline="0">
                <a:gradFill>
                  <a:gsLst>
                    <a:gs pos="91000">
                      <a:schemeClr val="tx1"/>
                    </a:gs>
                    <a:gs pos="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marR="0" lvl="0" indent="-2857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endParaRPr kumimoji="0" lang="en-US" sz="16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a:p>
            <a:pPr marL="285750" indent="-285750">
              <a:buFont typeface="Arial" panose="020B0604020202020204" pitchFamily="34" charset="0"/>
              <a:buChar char="•"/>
              <a:defRPr/>
            </a:pPr>
            <a:r>
              <a:rPr lang="en" sz="1800" dirty="0">
                <a:solidFill>
                  <a:prstClr val="white"/>
                </a:solidFill>
                <a:latin typeface="Segoe UI Semibold" panose="020B0702040204020203" pitchFamily="34" charset="0"/>
                <a:cs typeface="Segoe UI Semibold" panose="020B0702040204020203" pitchFamily="34" charset="0"/>
              </a:rPr>
              <a:t>Copilot in SharePoint &amp; Copilot in OneDrive make it easy to discover, consume, and share user-accessed information quickly and easily</a:t>
            </a:r>
          </a:p>
          <a:p>
            <a:pPr marL="285750" indent="-285750">
              <a:buFont typeface="Arial" panose="020B0604020202020204" pitchFamily="34" charset="0"/>
              <a:buChar char="•"/>
              <a:defRPr/>
            </a:pPr>
            <a:endParaRPr lang="en-US" sz="1800" dirty="0">
              <a:solidFill>
                <a:prstClr val="white"/>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defRPr/>
            </a:pPr>
            <a:r>
              <a:rPr lang="en-US" sz="1800" dirty="0">
                <a:solidFill>
                  <a:prstClr val="white"/>
                </a:solidFill>
                <a:latin typeface="Segoe UI Semibold" panose="020B0702040204020203" pitchFamily="34" charset="0"/>
                <a:cs typeface="Segoe UI Semibold" panose="020B0702040204020203" pitchFamily="34" charset="0"/>
              </a:rPr>
              <a:t>Use cases for both Copilot flavors are the following: </a:t>
            </a:r>
            <a:r>
              <a:rPr lang="en" sz="1800" dirty="0">
                <a:solidFill>
                  <a:prstClr val="white"/>
                </a:solidFill>
                <a:latin typeface="Segoe UI Semibold" panose="020B0702040204020203" pitchFamily="34" charset="0"/>
                <a:cs typeface="Segoe UI Semibold" panose="020B0702040204020203" pitchFamily="34" charset="0"/>
              </a:rPr>
              <a:t>Extracting information from multiple files (up to 5) | Compare Differences Between Files | Quick File Summary | Generate Insights from the files | Generate Audio overviews</a:t>
            </a:r>
          </a:p>
          <a:p>
            <a:pPr marL="285750" indent="-285750">
              <a:buFont typeface="Arial" panose="020B0604020202020204" pitchFamily="34" charset="0"/>
              <a:buChar char="•"/>
              <a:defRPr/>
            </a:pPr>
            <a:endParaRPr lang="en" sz="1800" dirty="0">
              <a:solidFill>
                <a:prstClr val="white"/>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defRPr/>
            </a:pPr>
            <a:r>
              <a:rPr lang="en" sz="1800" dirty="0">
                <a:solidFill>
                  <a:prstClr val="white"/>
                </a:solidFill>
                <a:latin typeface="Segoe UI Semibold" panose="020B0702040204020203" pitchFamily="34" charset="0"/>
                <a:cs typeface="Segoe UI Semibold" panose="020B0702040204020203" pitchFamily="34" charset="0"/>
              </a:rPr>
              <a:t>Copilot Agents in OneDrive are an extension of SharePoint Agents, but focused on your personal content</a:t>
            </a:r>
            <a:endParaRPr lang="es-SV" sz="1800" dirty="0">
              <a:solidFill>
                <a:prstClr val="white"/>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defRPr/>
            </a:pPr>
            <a:endParaRPr lang="en-US" sz="1800" dirty="0">
              <a:solidFill>
                <a:prstClr val="white"/>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defRPr/>
            </a:pPr>
            <a:r>
              <a:rPr lang="en" sz="1800" dirty="0">
                <a:solidFill>
                  <a:prstClr val="white"/>
                </a:solidFill>
                <a:latin typeface="Segoe UI Semibold" panose="020B0702040204020203" pitchFamily="34" charset="0"/>
                <a:cs typeface="Segoe UI Semibold" panose="020B0702040204020203" pitchFamily="34" charset="0"/>
              </a:rPr>
              <a:t>You have to know how to manage expectations in the use and behavior of Copilot in SharePoint &amp; Copilot in OneDrive taking into account the current limitations that will be overcome over time</a:t>
            </a:r>
            <a:endParaRPr lang="en-US" sz="1800" dirty="0">
              <a:solidFill>
                <a:prstClr val="white"/>
              </a:solidFill>
              <a:latin typeface="Segoe UI Semibold" panose="020B0702040204020203" pitchFamily="34" charset="0"/>
              <a:cs typeface="Segoe UI Semibold" panose="020B0702040204020203" pitchFamily="34" charset="0"/>
            </a:endParaRP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endParaRPr kumimoji="0" lang="en-US" sz="1800" b="0" i="0" u="none" strike="noStrike" kern="1200" cap="none" spc="0" normalizeH="0" baseline="0" noProof="0" dirty="0">
              <a:ln>
                <a:noFill/>
              </a:ln>
              <a:gradFill>
                <a:gsLst>
                  <a:gs pos="91000">
                    <a:srgbClr val="FFFFFF"/>
                  </a:gs>
                  <a:gs pos="0">
                    <a:srgbClr val="FFFFFF"/>
                  </a:gs>
                </a:gsLst>
                <a:lin ang="5400000" scaled="0"/>
              </a:gradFill>
              <a:effectLst/>
              <a:uLnTx/>
              <a:uFillTx/>
              <a:latin typeface="Segoe UI"/>
              <a:ea typeface="+mn-ea"/>
              <a:cs typeface="Segoe UI" panose="020B0502040204020203" pitchFamily="34" charset="0"/>
            </a:endParaRPr>
          </a:p>
        </p:txBody>
      </p:sp>
      <p:sp>
        <p:nvSpPr>
          <p:cNvPr id="3" name="Slide Number Placeholder 2">
            <a:extLst>
              <a:ext uri="{FF2B5EF4-FFF2-40B4-BE49-F238E27FC236}">
                <a16:creationId xmlns:a16="http://schemas.microsoft.com/office/drawing/2014/main" id="{918B9D8C-CBA6-B732-7E6B-8B867E7B9A7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889C5C-8171-4CA3-86B1-670B90C02708}"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80249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43AC6E8-D1CC-C61C-24A9-7F00DF1DE768}"/>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79F58D91-277D-3C76-5AC6-CA5839B3315B}"/>
              </a:ext>
            </a:extLst>
          </p:cNvPr>
          <p:cNvSpPr txBox="1"/>
          <p:nvPr/>
        </p:nvSpPr>
        <p:spPr>
          <a:xfrm>
            <a:off x="413457" y="281072"/>
            <a:ext cx="11521440" cy="965837"/>
          </a:xfrm>
          <a:prstGeom prst="rect">
            <a:avLst/>
          </a:prstGeom>
        </p:spPr>
        <p:txBody>
          <a:bodyPr wrap="none" rtlCol="0" anchor="ctr">
            <a:normAutofit/>
          </a:bodyPr>
          <a:lstStyle/>
          <a:p>
            <a:pPr marL="0" marR="0" lvl="0" indent="0" algn="l" defTabSz="914389" rtl="0" eaLnBrk="1" fontAlgn="auto" latinLnBrk="0" hangingPunct="1">
              <a:lnSpc>
                <a:spcPct val="100000"/>
              </a:lnSpc>
              <a:spcBef>
                <a:spcPts val="0"/>
              </a:spcBef>
              <a:spcAft>
                <a:spcPts val="0"/>
              </a:spcAft>
              <a:buClrTx/>
              <a:buSzTx/>
              <a:buFontTx/>
              <a:buNone/>
              <a:tabLst/>
              <a:defRPr/>
            </a:pPr>
            <a:r>
              <a:rPr lang="en-US" sz="4000" noProof="0" dirty="0">
                <a:solidFill>
                  <a:srgbClr val="E7E6E6"/>
                </a:solidFill>
                <a:latin typeface="Segoe UI Semibold" panose="020B0702040204020203" pitchFamily="34" charset="0"/>
                <a:cs typeface="Segoe UI Semibold" panose="020B0702040204020203" pitchFamily="34" charset="0"/>
              </a:rPr>
              <a:t>Key references</a:t>
            </a:r>
            <a:endParaRPr kumimoji="0" lang="en-US" sz="1600" b="0" i="0" u="none" strike="noStrike" kern="1200" cap="none" spc="0" normalizeH="0" baseline="0" noProof="0" dirty="0">
              <a:ln>
                <a:noFill/>
              </a:ln>
              <a:solidFill>
                <a:srgbClr val="E7E6E6"/>
              </a:solidFill>
              <a:effectLst/>
              <a:uLnTx/>
              <a:uFillTx/>
              <a:latin typeface="Segoe UI Semibold" panose="020B0702040204020203" pitchFamily="34" charset="0"/>
              <a:ea typeface="+mn-ea"/>
              <a:cs typeface="Segoe UI Semibold" panose="020B0702040204020203" pitchFamily="34" charset="0"/>
            </a:endParaRPr>
          </a:p>
        </p:txBody>
      </p:sp>
      <p:sp>
        <p:nvSpPr>
          <p:cNvPr id="2" name="Text Placeholder 4">
            <a:extLst>
              <a:ext uri="{FF2B5EF4-FFF2-40B4-BE49-F238E27FC236}">
                <a16:creationId xmlns:a16="http://schemas.microsoft.com/office/drawing/2014/main" id="{A4BFF5B7-6668-5534-3878-C572726A5409}"/>
              </a:ext>
            </a:extLst>
          </p:cNvPr>
          <p:cNvSpPr txBox="1">
            <a:spLocks/>
          </p:cNvSpPr>
          <p:nvPr/>
        </p:nvSpPr>
        <p:spPr>
          <a:xfrm>
            <a:off x="525233" y="1783669"/>
            <a:ext cx="11199281" cy="2215991"/>
          </a:xfrm>
          <a:prstGeom prst="rect">
            <a:avLst/>
          </a:prstGeom>
          <a:noFill/>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200" kern="1200" spc="0" baseline="0">
                <a:gradFill>
                  <a:gsLst>
                    <a:gs pos="91000">
                      <a:schemeClr val="tx1"/>
                    </a:gs>
                    <a:gs pos="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buClr>
                <a:schemeClr val="bg1"/>
              </a:buClr>
              <a:buFont typeface="Arial" panose="020B0604020202020204" pitchFamily="34" charset="0"/>
              <a:buChar char="•"/>
              <a:defRPr/>
            </a:pPr>
            <a:r>
              <a:rPr lang="en-US" sz="1600" dirty="0">
                <a:hlinkClick r:id="rId3"/>
              </a:rPr>
              <a:t>Copilot + OneDrive: Intelligence in Every Click, Inspiration in Every Memory | Microsoft Community Hub</a:t>
            </a:r>
            <a:endParaRPr lang="en-US" sz="1600" dirty="0"/>
          </a:p>
          <a:p>
            <a:pPr marL="285750" indent="-285750">
              <a:buClr>
                <a:schemeClr val="bg1"/>
              </a:buClr>
              <a:buFont typeface="Arial" panose="020B0604020202020204" pitchFamily="34" charset="0"/>
              <a:buChar char="•"/>
              <a:defRPr/>
            </a:pPr>
            <a:endParaRPr lang="en-US" sz="1600" dirty="0">
              <a:hlinkClick r:id="rId4"/>
            </a:endParaRPr>
          </a:p>
          <a:p>
            <a:pPr marL="285750" indent="-285750">
              <a:buClr>
                <a:schemeClr val="bg1"/>
              </a:buClr>
              <a:buFont typeface="Arial" panose="020B0604020202020204" pitchFamily="34" charset="0"/>
              <a:buChar char="•"/>
              <a:defRPr/>
            </a:pPr>
            <a:r>
              <a:rPr lang="en-US" sz="1600" dirty="0">
                <a:hlinkClick r:id="rId5"/>
              </a:rPr>
              <a:t>Microsoft 365: Copilot + OneDrive</a:t>
            </a:r>
            <a:endParaRPr lang="en-US" sz="1600" dirty="0"/>
          </a:p>
          <a:p>
            <a:pPr marL="285750" indent="-285750">
              <a:buClr>
                <a:schemeClr val="bg1"/>
              </a:buClr>
              <a:buFont typeface="Arial" panose="020B0604020202020204" pitchFamily="34" charset="0"/>
              <a:buChar char="•"/>
              <a:defRPr/>
            </a:pPr>
            <a:endParaRPr lang="en-US" sz="1600" dirty="0"/>
          </a:p>
          <a:p>
            <a:pPr marL="285750" indent="-285750">
              <a:buClr>
                <a:schemeClr val="bg1"/>
              </a:buClr>
              <a:buFont typeface="Arial" panose="020B0604020202020204" pitchFamily="34" charset="0"/>
              <a:buChar char="•"/>
              <a:defRPr/>
            </a:pPr>
            <a:r>
              <a:rPr lang="en-US" sz="1600" dirty="0">
                <a:hlinkClick r:id="rId6"/>
              </a:rPr>
              <a:t>Get started with Copilot in OneDrive - Microsoft Support</a:t>
            </a:r>
            <a:endParaRPr lang="en-US" sz="1600" dirty="0"/>
          </a:p>
          <a:p>
            <a:pPr marL="285750" indent="-285750">
              <a:buClr>
                <a:schemeClr val="bg1"/>
              </a:buClr>
              <a:buFont typeface="Arial" panose="020B0604020202020204" pitchFamily="34" charset="0"/>
              <a:buChar char="•"/>
              <a:defRPr/>
            </a:pPr>
            <a:endParaRPr lang="en-US" sz="1600" dirty="0">
              <a:hlinkClick r:id="rId4"/>
            </a:endParaRPr>
          </a:p>
          <a:p>
            <a:pPr marL="285750" indent="-285750">
              <a:buClr>
                <a:schemeClr val="bg1"/>
              </a:buClr>
              <a:buFont typeface="Arial" panose="020B0604020202020204" pitchFamily="34" charset="0"/>
              <a:buChar char="•"/>
              <a:defRPr/>
            </a:pPr>
            <a:r>
              <a:rPr lang="en-US" sz="1600" dirty="0">
                <a:hlinkClick r:id="rId4"/>
              </a:rPr>
              <a:t>UX Updates, AI Actions &amp; Forms in Document Libraries | Microsoft Community Hub</a:t>
            </a:r>
            <a:endParaRPr lang="en-US" sz="1600" dirty="0"/>
          </a:p>
          <a:p>
            <a:pPr marL="285750" indent="-285750">
              <a:buClr>
                <a:schemeClr val="bg1"/>
              </a:buClr>
              <a:buFont typeface="Arial" panose="020B0604020202020204" pitchFamily="34" charset="0"/>
              <a:buChar char="•"/>
              <a:defRPr/>
            </a:pPr>
            <a:endParaRPr lang="en-US" sz="1600" dirty="0">
              <a:solidFill>
                <a:schemeClr val="bg1"/>
              </a:solidFill>
              <a:latin typeface="Segoe UI" panose="020B0502040204020203" pitchFamily="34" charset="0"/>
            </a:endParaRPr>
          </a:p>
          <a:p>
            <a:pPr marL="285750" indent="-285750">
              <a:buClr>
                <a:schemeClr val="bg1"/>
              </a:buClr>
              <a:buFont typeface="Arial" panose="020B0604020202020204" pitchFamily="34" charset="0"/>
              <a:buChar char="•"/>
              <a:defRPr/>
            </a:pPr>
            <a:r>
              <a:rPr lang="en-US" sz="1600" dirty="0">
                <a:hlinkClick r:id="rId7"/>
              </a:rPr>
              <a:t>Frequently asked questions about Copilot in SharePoint - Microsoft Support</a:t>
            </a:r>
            <a:endParaRPr lang="en-US" sz="1600" dirty="0">
              <a:solidFill>
                <a:schemeClr val="bg1"/>
              </a:solidFill>
              <a:latin typeface="Segoe UI" panose="020B0502040204020203" pitchFamily="34" charset="0"/>
            </a:endParaRPr>
          </a:p>
        </p:txBody>
      </p:sp>
      <p:sp>
        <p:nvSpPr>
          <p:cNvPr id="5" name="Slide Number Placeholder 4">
            <a:extLst>
              <a:ext uri="{FF2B5EF4-FFF2-40B4-BE49-F238E27FC236}">
                <a16:creationId xmlns:a16="http://schemas.microsoft.com/office/drawing/2014/main" id="{26BBE13D-C31D-1ECF-C719-F2A49B0A1BC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889C5C-8171-4CA3-86B1-670B90C02708}"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19175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E87AB4C8-22BA-4820-AF6F-D1D69D3A96BE}"/>
              </a:ext>
            </a:extLst>
          </p:cNvPr>
          <p:cNvSpPr txBox="1"/>
          <p:nvPr/>
        </p:nvSpPr>
        <p:spPr>
          <a:xfrm>
            <a:off x="413457" y="281072"/>
            <a:ext cx="11521440" cy="965837"/>
          </a:xfrm>
          <a:prstGeom prst="rect">
            <a:avLst/>
          </a:prstGeom>
        </p:spPr>
        <p:txBody>
          <a:bodyPr wrap="none" rtlCol="0" anchor="ctr">
            <a:normAutofit/>
          </a:bodyPr>
          <a:lstStyle/>
          <a:p>
            <a:pPr marL="0" marR="0" lvl="0" indent="0" algn="l" defTabSz="914389" rtl="0" eaLnBrk="1" fontAlgn="auto" latinLnBrk="0" hangingPunct="1">
              <a:lnSpc>
                <a:spcPct val="100000"/>
              </a:lnSpc>
              <a:spcBef>
                <a:spcPts val="0"/>
              </a:spcBef>
              <a:spcAft>
                <a:spcPts val="0"/>
              </a:spcAft>
              <a:buClrTx/>
              <a:buSzTx/>
              <a:buFontTx/>
              <a:buNone/>
              <a:tabLst/>
              <a:defRPr/>
            </a:pPr>
            <a:r>
              <a:rPr kumimoji="0" lang="es-ES" sz="40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Office 365 for IT Pros</a:t>
            </a:r>
            <a:endParaRPr kumimoji="0" lang="es-E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endParaRPr>
          </a:p>
        </p:txBody>
      </p:sp>
      <p:sp>
        <p:nvSpPr>
          <p:cNvPr id="23" name="Text Placeholder 4">
            <a:extLst>
              <a:ext uri="{FF2B5EF4-FFF2-40B4-BE49-F238E27FC236}">
                <a16:creationId xmlns:a16="http://schemas.microsoft.com/office/drawing/2014/main" id="{3620BA6E-30C5-44DF-9089-25BCFEB87085}"/>
              </a:ext>
            </a:extLst>
          </p:cNvPr>
          <p:cNvSpPr txBox="1">
            <a:spLocks/>
          </p:cNvSpPr>
          <p:nvPr/>
        </p:nvSpPr>
        <p:spPr>
          <a:xfrm>
            <a:off x="525233" y="1783669"/>
            <a:ext cx="6825421" cy="984885"/>
          </a:xfrm>
          <a:prstGeom prst="rect">
            <a:avLst/>
          </a:prstGeom>
          <a:noFill/>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200" kern="1200" spc="0" baseline="0">
                <a:gradFill>
                  <a:gsLst>
                    <a:gs pos="91000">
                      <a:schemeClr val="tx1"/>
                    </a:gs>
                    <a:gs pos="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marR="0" lvl="0" indent="-285750" algn="l" defTabSz="932742" rtl="0" eaLnBrk="1" fontAlgn="auto" latinLnBrk="0" hangingPunct="1">
              <a:lnSpc>
                <a:spcPct val="100000"/>
              </a:lnSpc>
              <a:spcBef>
                <a:spcPts val="0"/>
              </a:spcBef>
              <a:spcAft>
                <a:spcPts val="0"/>
              </a:spcAft>
              <a:buClrTx/>
              <a:buSzPct val="90000"/>
              <a:buFont typeface="Arial" panose="020B0604020202020204" pitchFamily="34" charset="0"/>
              <a:buChar char="•"/>
              <a:tabLst/>
              <a:defRPr/>
            </a:pPr>
            <a:r>
              <a:rPr kumimoji="0" lang="en-U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The best way to stay up to date with Microsoft 365</a:t>
            </a:r>
            <a:r>
              <a:rPr kumimoji="0" lang="es-ES" sz="1600" b="0" i="0" u="none" strike="noStrike" kern="1200" cap="none" spc="0" normalizeH="0" baseline="0" noProof="0" dirty="0">
                <a:ln>
                  <a:noFill/>
                </a:ln>
                <a:solidFill>
                  <a:schemeClr val="bg2"/>
                </a:solidFill>
                <a:effectLst/>
                <a:uLnTx/>
                <a:uFillTx/>
                <a:latin typeface="Segoe UI Semibold" panose="020B0702040204020203" pitchFamily="34" charset="0"/>
                <a:ea typeface="+mn-ea"/>
                <a:cs typeface="Segoe UI Semibold" panose="020B0702040204020203" pitchFamily="34" charset="0"/>
              </a:rPr>
              <a:t>:</a:t>
            </a:r>
          </a:p>
          <a:p>
            <a:pPr marL="742950" lvl="1" indent="-285750">
              <a:spcBef>
                <a:spcPts val="0"/>
              </a:spcBef>
              <a:buClr>
                <a:schemeClr val="bg1"/>
              </a:buClr>
              <a:buFont typeface="Wingdings" panose="05000000000000000000" pitchFamily="2" charset="2"/>
              <a:buChar char="§"/>
              <a:defRPr/>
            </a:pPr>
            <a:r>
              <a:rPr lang="en-US" sz="1600" dirty="0">
                <a:hlinkClick r:id="rId3"/>
              </a:rPr>
              <a:t>Office 365 for IT Pros (2026 Edition). The Ultimate Guide to Managing Microsoft 365. (Includes the Automating Microsoft 365 with PowerShell eBook)</a:t>
            </a:r>
            <a:endParaRPr kumimoji="0" lang="en-US" sz="1800" b="0" i="0" u="none" strike="noStrike" kern="1200" cap="none" spc="0" normalizeH="0" baseline="0" noProof="0" dirty="0">
              <a:ln>
                <a:noFill/>
              </a:ln>
              <a:solidFill>
                <a:schemeClr val="bg2"/>
              </a:solidFill>
              <a:effectLst/>
              <a:uLnTx/>
              <a:uFillTx/>
              <a:latin typeface="Segoe UI"/>
              <a:ea typeface="+mn-ea"/>
              <a:cs typeface="Segoe UI" panose="020B0502040204020203" pitchFamily="34" charset="0"/>
            </a:endParaRPr>
          </a:p>
        </p:txBody>
      </p:sp>
      <p:pic>
        <p:nvPicPr>
          <p:cNvPr id="4" name="Picture 2" descr="Office 365 for IT Pros (2026 Edition)">
            <a:extLst>
              <a:ext uri="{FF2B5EF4-FFF2-40B4-BE49-F238E27FC236}">
                <a16:creationId xmlns:a16="http://schemas.microsoft.com/office/drawing/2014/main" id="{D244D2CD-882D-F81B-955B-639C632275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0654" y="0"/>
            <a:ext cx="4900613" cy="6932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58140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 name="Marcador de texto 4">
            <a:extLst>
              <a:ext uri="{FF2B5EF4-FFF2-40B4-BE49-F238E27FC236}">
                <a16:creationId xmlns:a16="http://schemas.microsoft.com/office/drawing/2014/main" id="{42510AE8-DA69-4EB7-A03A-5037BF638DC4}"/>
              </a:ext>
            </a:extLst>
          </p:cNvPr>
          <p:cNvSpPr txBox="1">
            <a:spLocks/>
          </p:cNvSpPr>
          <p:nvPr/>
        </p:nvSpPr>
        <p:spPr>
          <a:xfrm>
            <a:off x="5586689" y="2443347"/>
            <a:ext cx="6605311" cy="179466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 sz="6600" b="1" i="0" u="none" strike="noStrike" kern="1200" cap="none" spc="0" normalizeH="0" baseline="0" noProof="0" dirty="0" err="1">
                <a:ln>
                  <a:noFill/>
                </a:ln>
                <a:solidFill>
                  <a:srgbClr val="FFFFFF"/>
                </a:solidFill>
                <a:effectLst/>
                <a:uLnTx/>
                <a:uFillTx/>
                <a:latin typeface="Lato" panose="020F0502020204030203" pitchFamily="34" charset="0"/>
                <a:ea typeface="+mn-ea"/>
                <a:cs typeface="+mn-cs"/>
              </a:rPr>
              <a:t>Questions</a:t>
            </a:r>
            <a:r>
              <a:rPr kumimoji="0" lang="es-ES" sz="6600" b="1" i="0" u="none" strike="noStrike" kern="1200" cap="none" spc="0" normalizeH="0" baseline="0" noProof="0" dirty="0">
                <a:ln>
                  <a:noFill/>
                </a:ln>
                <a:solidFill>
                  <a:srgbClr val="FFFFFF"/>
                </a:solidFill>
                <a:effectLst/>
                <a:uLnTx/>
                <a:uFillTx/>
                <a:latin typeface="Lato" panose="020F0502020204030203" pitchFamily="34" charset="0"/>
                <a:ea typeface="+mn-ea"/>
                <a:cs typeface="+mn-cs"/>
              </a:rPr>
              <a:t>?</a:t>
            </a:r>
            <a:endParaRPr kumimoji="0" lang="en-US" sz="6600" b="1" i="0" u="none" strike="noStrike" kern="1200" cap="none" spc="0" normalizeH="0" baseline="0" noProof="0" dirty="0">
              <a:ln>
                <a:noFill/>
              </a:ln>
              <a:solidFill>
                <a:srgbClr val="FFFFFF"/>
              </a:solidFill>
              <a:effectLst/>
              <a:uLnTx/>
              <a:uFillTx/>
              <a:latin typeface="Lato" panose="020F0502020204030203" pitchFamily="34" charset="0"/>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ES" sz="4000" b="1" i="0" u="none" strike="noStrike" kern="1200" cap="none" spc="0" normalizeH="0" baseline="0" noProof="0" dirty="0">
              <a:ln>
                <a:noFill/>
              </a:ln>
              <a:solidFill>
                <a:srgbClr val="FFFFFF"/>
              </a:solidFill>
              <a:effectLst/>
              <a:uLnTx/>
              <a:uFillTx/>
              <a:latin typeface="Segoe UI"/>
              <a:ea typeface="+mn-ea"/>
              <a:cs typeface="+mn-cs"/>
            </a:endParaRPr>
          </a:p>
        </p:txBody>
      </p:sp>
      <p:pic>
        <p:nvPicPr>
          <p:cNvPr id="12" name="Picture 11" descr="Minion Rush – FAQs">
            <a:extLst>
              <a:ext uri="{FF2B5EF4-FFF2-40B4-BE49-F238E27FC236}">
                <a16:creationId xmlns:a16="http://schemas.microsoft.com/office/drawing/2014/main" id="{5E4E5AC9-CB4D-4AB0-9B43-45696BC475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435" y="543532"/>
            <a:ext cx="5076825" cy="5686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163536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03CAA75118B1A74C870DDA809F025FF0" ma:contentTypeVersion="20" ma:contentTypeDescription="Crear nuevo documento." ma:contentTypeScope="" ma:versionID="ccaeb0385a0aa5f389b6f0dee89f3c67">
  <xsd:schema xmlns:xsd="http://www.w3.org/2001/XMLSchema" xmlns:xs="http://www.w3.org/2001/XMLSchema" xmlns:p="http://schemas.microsoft.com/office/2006/metadata/properties" xmlns:ns3="28107edc-7baf-48fc-b71e-89e13ddf6b0b" xmlns:ns4="9520a496-9bbc-42e6-b563-20d57e63cd32" targetNamespace="http://schemas.microsoft.com/office/2006/metadata/properties" ma:root="true" ma:fieldsID="7c0d3f1edc453d0213cafb7be9bb33b6" ns3:_="" ns4:_="">
    <xsd:import namespace="28107edc-7baf-48fc-b71e-89e13ddf6b0b"/>
    <xsd:import namespace="9520a496-9bbc-42e6-b563-20d57e63cd32"/>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Location" minOccurs="0"/>
                <xsd:element ref="ns4:MediaServiceGenerationTime" minOccurs="0"/>
                <xsd:element ref="ns4:MediaServiceEventHashCode" minOccurs="0"/>
                <xsd:element ref="ns4:MediaServiceOCR" minOccurs="0"/>
                <xsd:element ref="ns4:MediaServiceAutoKeyPoints" minOccurs="0"/>
                <xsd:element ref="ns4:MediaServiceKeyPoints" minOccurs="0"/>
                <xsd:element ref="ns4:MediaLengthInSeconds" minOccurs="0"/>
                <xsd:element ref="ns4:_activity" minOccurs="0"/>
                <xsd:element ref="ns4:MediaServiceSearchProperties" minOccurs="0"/>
                <xsd:element ref="ns4:MediaServiceObjectDetectorVersions" minOccurs="0"/>
                <xsd:element ref="ns4:MediaServiceSystemTags" minOccurs="0"/>
                <xsd:element ref="ns4:TranslatedLang"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107edc-7baf-48fc-b71e-89e13ddf6b0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SharingHintHash" ma:index="10" nillable="true" ma:displayName="Hash de la sugerencia para compartir"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20a496-9bbc-42e6-b563-20d57e63cd32"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element name="TranslatedLang" ma:index="26" nillable="true" ma:displayName="Translated Language" ma:hidden="true" ma:internalName="TranslatedLang"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520a496-9bbc-42e6-b563-20d57e63cd32" xsi:nil="true"/>
  </documentManagement>
</p:properties>
</file>

<file path=customXml/itemProps1.xml><?xml version="1.0" encoding="utf-8"?>
<ds:datastoreItem xmlns:ds="http://schemas.openxmlformats.org/officeDocument/2006/customXml" ds:itemID="{86E950D0-0DEB-48FB-8053-E993D33772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107edc-7baf-48fc-b71e-89e13ddf6b0b"/>
    <ds:schemaRef ds:uri="9520a496-9bbc-42e6-b563-20d57e63cd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B119F24-9F18-4F28-BEE1-2131734F3EB9}">
  <ds:schemaRefs>
    <ds:schemaRef ds:uri="http://schemas.microsoft.com/sharepoint/v3/contenttype/forms"/>
  </ds:schemaRefs>
</ds:datastoreItem>
</file>

<file path=customXml/itemProps3.xml><?xml version="1.0" encoding="utf-8"?>
<ds:datastoreItem xmlns:ds="http://schemas.openxmlformats.org/officeDocument/2006/customXml" ds:itemID="{6C345C33-184A-42AA-9B2F-4579A231F4A3}">
  <ds:schemaRefs>
    <ds:schemaRef ds:uri="http://schemas.microsoft.com/office/2006/documentManagement/types"/>
    <ds:schemaRef ds:uri="http://www.w3.org/XML/1998/namespace"/>
    <ds:schemaRef ds:uri="28107edc-7baf-48fc-b71e-89e13ddf6b0b"/>
    <ds:schemaRef ds:uri="http://schemas.microsoft.com/office/2006/metadata/properties"/>
    <ds:schemaRef ds:uri="http://purl.org/dc/terms/"/>
    <ds:schemaRef ds:uri="http://purl.org/dc/elements/1.1/"/>
    <ds:schemaRef ds:uri="http://purl.org/dc/dcmitype/"/>
    <ds:schemaRef ds:uri="http://schemas.openxmlformats.org/package/2006/metadata/core-properties"/>
    <ds:schemaRef ds:uri="9520a496-9bbc-42e6-b563-20d57e63cd32"/>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3181</TotalTime>
  <Words>2169</Words>
  <Application>Microsoft Office PowerPoint</Application>
  <PresentationFormat>Widescreen</PresentationFormat>
  <Paragraphs>320</Paragraphs>
  <Slides>34</Slides>
  <Notes>33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34</vt:i4>
      </vt:variant>
    </vt:vector>
  </HeadingPairs>
  <TitlesOfParts>
    <vt:vector size="45" baseType="lpstr">
      <vt:lpstr>Aptos</vt:lpstr>
      <vt:lpstr>Aptos (Body)</vt:lpstr>
      <vt:lpstr>Arial</vt:lpstr>
      <vt:lpstr>Calibri</vt:lpstr>
      <vt:lpstr>Calibri Light</vt:lpstr>
      <vt:lpstr>Lato</vt:lpstr>
      <vt:lpstr>Segoe UI</vt:lpstr>
      <vt:lpstr>Segoe UI Semibold</vt:lpstr>
      <vt:lpstr>Wingdings</vt:lpstr>
      <vt:lpstr>1_Office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Managed Security in the Power Platform - What's in the box - JcGonzalez</dc:title>
  <dc:creator>Juan Carlos González</dc:creator>
  <cp:lastModifiedBy>Juan Carlos González</cp:lastModifiedBy>
  <cp:revision>161</cp:revision>
  <dcterms:created xsi:type="dcterms:W3CDTF">2024-11-23T23:26:31Z</dcterms:created>
  <dcterms:modified xsi:type="dcterms:W3CDTF">2026-01-20T19:42:31Z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0x01010003CAA75118B1A74C870DDA809F025FF0</vt:lpwstr>
  </property>
</Properties>
</file>